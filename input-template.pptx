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982" r:id="rId2"/>
    <p:sldId id="2981" r:id="rId3"/>
    <p:sldId id="2983" r:id="rId4"/>
  </p:sldIdLst>
  <p:sldSz cx="12192000" cy="6858000"/>
  <p:notesSz cx="6858000" cy="9144000"/>
  <p:defaultTextStyle>
    <a:lvl1pPr>
      <a:defRPr>
        <a:latin typeface="Euclid Flex"/>
        <a:ea typeface="Euclid Flex"/>
        <a:cs typeface="Euclid Flex"/>
        <a:sym typeface="Euclid Flex"/>
      </a:defRPr>
    </a:lvl1pPr>
    <a:lvl2pPr indent="457200">
      <a:defRPr>
        <a:latin typeface="Euclid Flex"/>
        <a:ea typeface="Euclid Flex"/>
        <a:cs typeface="Euclid Flex"/>
        <a:sym typeface="Euclid Flex"/>
      </a:defRPr>
    </a:lvl2pPr>
    <a:lvl3pPr indent="914400">
      <a:defRPr>
        <a:latin typeface="Euclid Flex"/>
        <a:ea typeface="Euclid Flex"/>
        <a:cs typeface="Euclid Flex"/>
        <a:sym typeface="Euclid Flex"/>
      </a:defRPr>
    </a:lvl3pPr>
    <a:lvl4pPr indent="1371600">
      <a:defRPr>
        <a:latin typeface="Euclid Flex"/>
        <a:ea typeface="Euclid Flex"/>
        <a:cs typeface="Euclid Flex"/>
        <a:sym typeface="Euclid Flex"/>
      </a:defRPr>
    </a:lvl4pPr>
    <a:lvl5pPr indent="1828800">
      <a:defRPr>
        <a:latin typeface="Euclid Flex"/>
        <a:ea typeface="Euclid Flex"/>
        <a:cs typeface="Euclid Flex"/>
        <a:sym typeface="Euclid Flex"/>
      </a:defRPr>
    </a:lvl5pPr>
    <a:lvl6pPr indent="2286000">
      <a:defRPr>
        <a:latin typeface="Euclid Flex"/>
        <a:ea typeface="Euclid Flex"/>
        <a:cs typeface="Euclid Flex"/>
        <a:sym typeface="Euclid Flex"/>
      </a:defRPr>
    </a:lvl6pPr>
    <a:lvl7pPr indent="2743200">
      <a:defRPr>
        <a:latin typeface="Euclid Flex"/>
        <a:ea typeface="Euclid Flex"/>
        <a:cs typeface="Euclid Flex"/>
        <a:sym typeface="Euclid Flex"/>
      </a:defRPr>
    </a:lvl7pPr>
    <a:lvl8pPr indent="3200400">
      <a:defRPr>
        <a:latin typeface="Euclid Flex"/>
        <a:ea typeface="Euclid Flex"/>
        <a:cs typeface="Euclid Flex"/>
        <a:sym typeface="Euclid Flex"/>
      </a:defRPr>
    </a:lvl8pPr>
    <a:lvl9pPr indent="3657600">
      <a:defRPr>
        <a:latin typeface="Euclid Flex"/>
        <a:ea typeface="Euclid Flex"/>
        <a:cs typeface="Euclid Flex"/>
        <a:sym typeface="Euclid Flex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CD00857-E011-15B3-E38D-DFAA0936F8F2}" name="Amalie Shanthi Matras" initials="ASM" userId="S::asm@muuto.com::0e8153fe-afe5-4eb2-b7b6-c6c675dc2185" providerId="AD"/>
  <p188:author id="{7EAE38DA-004A-4B22-F69C-9FDFB14912F2}" name="Anne Sofie Dierking" initials="AD" userId="S::asd@muuto.com::f3c4e556-d6ea-4bb8-a5af-7bdaa5e1ff5b" providerId="AD"/>
  <p188:author id="{AD864AE0-CB41-E71C-0A87-37B5A8E8F8A1}" name="Anna-Christin Mohn" initials="ACM" userId="S::acm@muuto.com::62a87ba1-0db6-4ae7-b684-cda9650c02d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C8A6C"/>
    <a:srgbClr val="DBE8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7C80C5-4AC1-7043-9E10-CF331D020D49}" v="44" dt="2025-11-10T12:13:12.659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firstCol>
    <a:lastRow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lastRow>
    <a:firstRow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CDD0D0"/>
          </a:solidFill>
        </a:fill>
      </a:tcStyle>
    </a:wholeTbl>
    <a:band2H>
      <a:tcTxStyle/>
      <a:tcStyle>
        <a:tcBdr/>
        <a:fill>
          <a:solidFill>
            <a:srgbClr val="E8E9E9"/>
          </a:solidFill>
        </a:fill>
      </a:tcStyle>
    </a:band2H>
    <a:firstCol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3E5659"/>
          </a:solidFill>
        </a:fill>
      </a:tcStyle>
    </a:firstCol>
    <a:lastRow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3E5659"/>
          </a:solidFill>
        </a:fill>
      </a:tcStyle>
    </a:lastRow>
    <a:firstRow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3E5659"/>
          </a:solidFill>
        </a:fill>
      </a:tcStyle>
    </a:firstRow>
  </a:tblStyle>
  <a:tblStyle styleId="{EEE7283C-3CF3-47DC-8721-378D4A62B228}" styleName="">
    <a:tblBg/>
    <a:wholeTbl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F5F5F2"/>
          </a:solidFill>
        </a:fill>
      </a:tcStyle>
    </a:wholeTbl>
    <a:band2H>
      <a:tcTxStyle/>
      <a:tcStyle>
        <a:tcBdr/>
        <a:fill>
          <a:solidFill>
            <a:srgbClr val="FAFAF8"/>
          </a:solidFill>
        </a:fill>
      </a:tcStyle>
    </a:band2H>
    <a:firstCol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E4E4DC"/>
          </a:solidFill>
        </a:fill>
      </a:tcStyle>
    </a:firstCol>
    <a:lastRow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E4E4DC"/>
          </a:solidFill>
        </a:fill>
      </a:tcStyle>
    </a:lastRow>
    <a:firstRow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E4E4DC"/>
          </a:solidFill>
        </a:fill>
      </a:tcStyle>
    </a:firstRow>
  </a:tblStyle>
  <a:tblStyle styleId="{CF821DB8-F4EB-4A41-A1BA-3FCAFE7338EE}" styleName="">
    <a:tblBg/>
    <a:wholeTbl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CECBCB"/>
          </a:solidFill>
        </a:fill>
      </a:tcStyle>
    </a:wholeTbl>
    <a:band2H>
      <a:tcTxStyle/>
      <a:tcStyle>
        <a:tcBdr/>
        <a:fill>
          <a:solidFill>
            <a:srgbClr val="E8E7E7"/>
          </a:solidFill>
        </a:fill>
      </a:tcStyle>
    </a:band2H>
    <a:firstCol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46232A"/>
          </a:solidFill>
        </a:fill>
      </a:tcStyle>
    </a:firstCol>
    <a:lastRow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46232A"/>
          </a:solidFill>
        </a:fill>
      </a:tcStyle>
    </a:lastRow>
    <a:firstRow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46232A"/>
          </a:solidFill>
        </a:fill>
      </a:tcStyle>
    </a:firstRow>
  </a:tblStyle>
  <a:tblStyle styleId="{33BA23B1-9221-436E-865A-0063620EA4FD}" styleName="">
    <a:tblBg/>
    <a:wholeTbl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E5659"/>
          </a:solidFill>
        </a:fill>
      </a:tcStyle>
    </a:firstCol>
    <a:lastRow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bevel/>
            </a:ln>
          </a:top>
          <a:bottom>
            <a:ln w="254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bevel/>
            </a:ln>
          </a:top>
          <a:bottom>
            <a:ln w="25400" cap="flat">
              <a:solidFill>
                <a:srgbClr val="000000"/>
              </a:solidFill>
              <a:prstDash val="solid"/>
              <a:bevel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E5659"/>
          </a:solidFill>
        </a:fill>
      </a:tcStyle>
    </a:firstRow>
  </a:tblStyle>
  <a:tblStyle styleId="{2708684C-4D16-4618-839F-0558EEFCDFE6}" styleName="">
    <a:tblBg/>
    <a:wholeTbl>
      <a:tcTxStyle b="on" i="on">
        <a:font>
          <a:latin typeface="Euclid Flex"/>
          <a:ea typeface="Euclid Flex"/>
          <a:cs typeface="Euclid Flex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/>
        </a:fill>
      </a:tcStyle>
    </a:firstCol>
    <a:lastRow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38100" cap="flat">
              <a:solidFill>
                <a:srgbClr val="FFFFFF"/>
              </a:solidFill>
              <a:prstDash val="solid"/>
              <a:bevel/>
            </a:ln>
          </a:top>
          <a:bottom>
            <a:ln w="127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/>
        </a:fill>
      </a:tcStyle>
    </a:lastRow>
    <a:firstRow>
      <a:tcTxStyle b="on" i="on">
        <a:font>
          <a:latin typeface="Euclid Flex"/>
          <a:ea typeface="Euclid Flex"/>
          <a:cs typeface="Euclid Flex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bevel/>
            </a:ln>
          </a:left>
          <a:right>
            <a:ln w="12700" cap="flat">
              <a:solidFill>
                <a:srgbClr val="FFFFFF"/>
              </a:solidFill>
              <a:prstDash val="solid"/>
              <a:bevel/>
            </a:ln>
          </a:right>
          <a:top>
            <a:ln w="12700" cap="flat">
              <a:solidFill>
                <a:srgbClr val="FFFFFF"/>
              </a:solidFill>
              <a:prstDash val="solid"/>
              <a:bevel/>
            </a:ln>
          </a:top>
          <a:bottom>
            <a:ln w="38100" cap="flat">
              <a:solidFill>
                <a:srgbClr val="FFFFFF"/>
              </a:solidFill>
              <a:prstDash val="solid"/>
              <a:bevel/>
            </a:ln>
          </a:bottom>
          <a:insideH>
            <a:ln w="12700" cap="flat">
              <a:solidFill>
                <a:srgbClr val="FFFFFF"/>
              </a:solidFill>
              <a:prstDash val="solid"/>
              <a:bevel/>
            </a:ln>
          </a:insideH>
          <a:insideV>
            <a:ln w="12700" cap="flat">
              <a:solidFill>
                <a:srgbClr val="FFFFFF"/>
              </a:solidFill>
              <a:prstDash val="solid"/>
              <a:bevel/>
            </a:ln>
          </a:insideV>
        </a:tcBdr>
        <a:fill>
          <a:solid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423"/>
    <p:restoredTop sz="93447" autoAdjust="0"/>
  </p:normalViewPr>
  <p:slideViewPr>
    <p:cSldViewPr snapToGrid="0">
      <p:cViewPr varScale="1">
        <p:scale>
          <a:sx n="117" d="100"/>
          <a:sy n="117" d="100"/>
        </p:scale>
        <p:origin x="17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na Korshøj" userId="fc9c1787-86ff-4527-a6cb-a23af2ce0cfe" providerId="ADAL" clId="{12CD37EC-F126-58A4-9D73-FCCAAE6DBE25}"/>
    <pc:docChg chg="modSld">
      <pc:chgData name="Tina Korshøj" userId="fc9c1787-86ff-4527-a6cb-a23af2ce0cfe" providerId="ADAL" clId="{12CD37EC-F126-58A4-9D73-FCCAAE6DBE25}" dt="2025-11-10T12:49:24.053" v="14" actId="20577"/>
      <pc:docMkLst>
        <pc:docMk/>
      </pc:docMkLst>
      <pc:sldChg chg="modSp mod">
        <pc:chgData name="Tina Korshøj" userId="fc9c1787-86ff-4527-a6cb-a23af2ce0cfe" providerId="ADAL" clId="{12CD37EC-F126-58A4-9D73-FCCAAE6DBE25}" dt="2025-11-10T12:49:24.053" v="14" actId="20577"/>
        <pc:sldMkLst>
          <pc:docMk/>
          <pc:sldMk cId="1911992934" sldId="2982"/>
        </pc:sldMkLst>
        <pc:spChg chg="mod">
          <ac:chgData name="Tina Korshøj" userId="fc9c1787-86ff-4527-a6cb-a23af2ce0cfe" providerId="ADAL" clId="{12CD37EC-F126-58A4-9D73-FCCAAE6DBE25}" dt="2025-11-10T12:48:51.217" v="0" actId="20577"/>
          <ac:spMkLst>
            <pc:docMk/>
            <pc:sldMk cId="1911992934" sldId="2982"/>
            <ac:spMk id="22" creationId="{343A0329-DD56-31BF-CE47-A4E893D16F14}"/>
          </ac:spMkLst>
        </pc:spChg>
        <pc:spChg chg="mod">
          <ac:chgData name="Tina Korshøj" userId="fc9c1787-86ff-4527-a6cb-a23af2ce0cfe" providerId="ADAL" clId="{12CD37EC-F126-58A4-9D73-FCCAAE6DBE25}" dt="2025-11-10T12:48:53.380" v="1" actId="20577"/>
          <ac:spMkLst>
            <pc:docMk/>
            <pc:sldMk cId="1911992934" sldId="2982"/>
            <ac:spMk id="27" creationId="{4F7BB32D-413E-BDB3-1978-0532A90925EA}"/>
          </ac:spMkLst>
        </pc:spChg>
        <pc:spChg chg="mod">
          <ac:chgData name="Tina Korshøj" userId="fc9c1787-86ff-4527-a6cb-a23af2ce0cfe" providerId="ADAL" clId="{12CD37EC-F126-58A4-9D73-FCCAAE6DBE25}" dt="2025-11-10T12:48:56.035" v="2" actId="20577"/>
          <ac:spMkLst>
            <pc:docMk/>
            <pc:sldMk cId="1911992934" sldId="2982"/>
            <ac:spMk id="28" creationId="{9A03A8AB-2A0B-70D2-83DE-0EB950F1019F}"/>
          </ac:spMkLst>
        </pc:spChg>
        <pc:spChg chg="mod">
          <ac:chgData name="Tina Korshøj" userId="fc9c1787-86ff-4527-a6cb-a23af2ce0cfe" providerId="ADAL" clId="{12CD37EC-F126-58A4-9D73-FCCAAE6DBE25}" dt="2025-11-10T12:48:59.078" v="3" actId="20577"/>
          <ac:spMkLst>
            <pc:docMk/>
            <pc:sldMk cId="1911992934" sldId="2982"/>
            <ac:spMk id="29" creationId="{2E8AE316-B85B-C433-FD9B-181F3BB9D048}"/>
          </ac:spMkLst>
        </pc:spChg>
        <pc:spChg chg="mod">
          <ac:chgData name="Tina Korshøj" userId="fc9c1787-86ff-4527-a6cb-a23af2ce0cfe" providerId="ADAL" clId="{12CD37EC-F126-58A4-9D73-FCCAAE6DBE25}" dt="2025-11-10T12:49:02.715" v="4" actId="20577"/>
          <ac:spMkLst>
            <pc:docMk/>
            <pc:sldMk cId="1911992934" sldId="2982"/>
            <ac:spMk id="32" creationId="{EAD889E4-BB5B-4D12-AAFB-76BAC5B4DEE9}"/>
          </ac:spMkLst>
        </pc:spChg>
        <pc:spChg chg="mod">
          <ac:chgData name="Tina Korshøj" userId="fc9c1787-86ff-4527-a6cb-a23af2ce0cfe" providerId="ADAL" clId="{12CD37EC-F126-58A4-9D73-FCCAAE6DBE25}" dt="2025-11-10T12:49:05.504" v="5" actId="20577"/>
          <ac:spMkLst>
            <pc:docMk/>
            <pc:sldMk cId="1911992934" sldId="2982"/>
            <ac:spMk id="33" creationId="{AD539866-0BF9-6683-D9D3-E3D7A6B1C1C3}"/>
          </ac:spMkLst>
        </pc:spChg>
        <pc:spChg chg="mod">
          <ac:chgData name="Tina Korshøj" userId="fc9c1787-86ff-4527-a6cb-a23af2ce0cfe" providerId="ADAL" clId="{12CD37EC-F126-58A4-9D73-FCCAAE6DBE25}" dt="2025-11-10T12:49:08.442" v="6" actId="20577"/>
          <ac:spMkLst>
            <pc:docMk/>
            <pc:sldMk cId="1911992934" sldId="2982"/>
            <ac:spMk id="34" creationId="{3720FF5F-C758-F44C-78D1-10907C77910A}"/>
          </ac:spMkLst>
        </pc:spChg>
        <pc:spChg chg="mod">
          <ac:chgData name="Tina Korshøj" userId="fc9c1787-86ff-4527-a6cb-a23af2ce0cfe" providerId="ADAL" clId="{12CD37EC-F126-58A4-9D73-FCCAAE6DBE25}" dt="2025-11-10T12:49:11.917" v="7" actId="20577"/>
          <ac:spMkLst>
            <pc:docMk/>
            <pc:sldMk cId="1911992934" sldId="2982"/>
            <ac:spMk id="35" creationId="{C9AC3CF1-7CDB-14B1-2821-5DA6F9255D3A}"/>
          </ac:spMkLst>
        </pc:spChg>
        <pc:spChg chg="mod">
          <ac:chgData name="Tina Korshøj" userId="fc9c1787-86ff-4527-a6cb-a23af2ce0cfe" providerId="ADAL" clId="{12CD37EC-F126-58A4-9D73-FCCAAE6DBE25}" dt="2025-11-10T12:49:15.540" v="8" actId="20577"/>
          <ac:spMkLst>
            <pc:docMk/>
            <pc:sldMk cId="1911992934" sldId="2982"/>
            <ac:spMk id="37" creationId="{4E05D57C-C72E-A224-DAC5-0CE94B38A08B}"/>
          </ac:spMkLst>
        </pc:spChg>
        <pc:spChg chg="mod">
          <ac:chgData name="Tina Korshøj" userId="fc9c1787-86ff-4527-a6cb-a23af2ce0cfe" providerId="ADAL" clId="{12CD37EC-F126-58A4-9D73-FCCAAE6DBE25}" dt="2025-11-10T12:49:18.729" v="10" actId="20577"/>
          <ac:spMkLst>
            <pc:docMk/>
            <pc:sldMk cId="1911992934" sldId="2982"/>
            <ac:spMk id="38" creationId="{C51F4C3F-D89F-8BCB-ACD9-FB51F262A764}"/>
          </ac:spMkLst>
        </pc:spChg>
        <pc:spChg chg="mod">
          <ac:chgData name="Tina Korshøj" userId="fc9c1787-86ff-4527-a6cb-a23af2ce0cfe" providerId="ADAL" clId="{12CD37EC-F126-58A4-9D73-FCCAAE6DBE25}" dt="2025-11-10T12:49:21.984" v="12" actId="20577"/>
          <ac:spMkLst>
            <pc:docMk/>
            <pc:sldMk cId="1911992934" sldId="2982"/>
            <ac:spMk id="39" creationId="{42DD8146-B72F-B3E6-3B1B-5EDEF91D426A}"/>
          </ac:spMkLst>
        </pc:spChg>
        <pc:spChg chg="mod">
          <ac:chgData name="Tina Korshøj" userId="fc9c1787-86ff-4527-a6cb-a23af2ce0cfe" providerId="ADAL" clId="{12CD37EC-F126-58A4-9D73-FCCAAE6DBE25}" dt="2025-11-10T12:49:24.053" v="14" actId="20577"/>
          <ac:spMkLst>
            <pc:docMk/>
            <pc:sldMk cId="1911992934" sldId="2982"/>
            <ac:spMk id="40" creationId="{27D83DE3-1A9B-9D31-EA24-674E82B8DE65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91" name="Shape 191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1pPr>
    <a:lvl2pPr indent="2286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2pPr>
    <a:lvl3pPr indent="4572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3pPr>
    <a:lvl4pPr indent="6858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4pPr>
    <a:lvl5pPr indent="9144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5pPr>
    <a:lvl6pPr indent="11430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6pPr>
    <a:lvl7pPr indent="13716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7pPr>
    <a:lvl8pPr indent="16002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8pPr>
    <a:lvl9pPr indent="1828800" defTabSz="457200">
      <a:lnSpc>
        <a:spcPct val="117999"/>
      </a:lnSpc>
      <a:defRPr sz="2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hyperlink" Target="http://www.muuto.com/color-list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1.png"/>
          <p:cNvPicPr/>
          <p:nvPr/>
        </p:nvPicPr>
        <p:blipFill>
          <a:blip r:embed="rId2"/>
          <a:srcRect b="53289"/>
          <a:stretch>
            <a:fillRect/>
          </a:stretch>
        </p:blipFill>
        <p:spPr>
          <a:xfrm>
            <a:off x="-1784509" y="1787710"/>
            <a:ext cx="1150576" cy="1698796"/>
          </a:xfrm>
          <a:prstGeom prst="rect">
            <a:avLst/>
          </a:prstGeom>
          <a:ln w="12700">
            <a:miter lim="400000"/>
          </a:ln>
        </p:spPr>
      </p:pic>
      <p:sp>
        <p:nvSpPr>
          <p:cNvPr id="10" name="Shape 10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solidFill>
            <a:srgbClr val="A9B5D6"/>
          </a:solidFill>
        </p:spPr>
        <p:txBody>
          <a:bodyPr/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1</a:t>
            </a:r>
          </a:p>
          <a:p>
            <a:pPr lvl="1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2</a:t>
            </a:r>
          </a:p>
          <a:p>
            <a:pPr lvl="2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3</a:t>
            </a:r>
          </a:p>
          <a:p>
            <a:pPr lvl="3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4</a:t>
            </a:r>
          </a:p>
          <a:p>
            <a:pPr lvl="4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5</a:t>
            </a:r>
          </a:p>
        </p:txBody>
      </p:sp>
      <p:sp>
        <p:nvSpPr>
          <p:cNvPr id="11" name="Shape 11"/>
          <p:cNvSpPr>
            <a:spLocks noGrp="1"/>
          </p:cNvSpPr>
          <p:nvPr>
            <p:ph type="title"/>
          </p:nvPr>
        </p:nvSpPr>
        <p:spPr>
          <a:xfrm>
            <a:off x="671975" y="1439999"/>
            <a:ext cx="7214725" cy="3924002"/>
          </a:xfrm>
          <a:prstGeom prst="rect">
            <a:avLst/>
          </a:prstGeom>
        </p:spPr>
        <p:txBody>
          <a:bodyPr/>
          <a:lstStyle>
            <a:lvl1pPr>
              <a:defRPr sz="8000">
                <a:solidFill>
                  <a:srgbClr val="E4E4DC"/>
                </a:solidFill>
              </a:defRPr>
            </a:lvl1pPr>
          </a:lstStyle>
          <a:p>
            <a:pPr lvl="0">
              <a:defRPr sz="1800" cap="none">
                <a:solidFill>
                  <a:srgbClr val="000000"/>
                </a:solidFill>
              </a:defRPr>
            </a:pPr>
            <a:r>
              <a:rPr sz="8000" cap="all">
                <a:solidFill>
                  <a:srgbClr val="E4E4DC"/>
                </a:solidFill>
              </a:rPr>
              <a:t>Titeltext</a:t>
            </a:r>
          </a:p>
        </p:txBody>
      </p:sp>
      <p:sp>
        <p:nvSpPr>
          <p:cNvPr id="12" name="Shape 12"/>
          <p:cNvSpPr/>
          <p:nvPr/>
        </p:nvSpPr>
        <p:spPr>
          <a:xfrm>
            <a:off x="-1775505" y="358775"/>
            <a:ext cx="1534161" cy="1066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000"/>
            </a:lvl1pPr>
          </a:lstStyle>
          <a:p>
            <a:pPr lvl="0">
              <a:defRPr sz="1800"/>
            </a:pPr>
            <a:r>
              <a:rPr sz="1000"/>
              <a:t>Change the background and/or logo color by clicking on the background/logo and choose a color from the Color Theme or Custom Colors:</a:t>
            </a:r>
          </a:p>
        </p:txBody>
      </p:sp>
      <p:pic>
        <p:nvPicPr>
          <p:cNvPr id="13" name="image2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-1783171" y="1495132"/>
            <a:ext cx="698170" cy="21913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ver C">
    <p:bg>
      <p:bgPr>
        <a:solidFill>
          <a:srgbClr val="3E56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21"/>
          <p:cNvSpPr>
            <a:spLocks noGrp="1"/>
          </p:cNvSpPr>
          <p:nvPr>
            <p:ph type="title"/>
          </p:nvPr>
        </p:nvSpPr>
        <p:spPr>
          <a:xfrm>
            <a:off x="671975" y="0"/>
            <a:ext cx="7214725" cy="5364001"/>
          </a:xfrm>
          <a:prstGeom prst="rect">
            <a:avLst/>
          </a:prstGeom>
        </p:spPr>
        <p:txBody>
          <a:bodyPr/>
          <a:lstStyle>
            <a:lvl1pPr>
              <a:defRPr sz="8000">
                <a:solidFill>
                  <a:srgbClr val="E4E4DC"/>
                </a:solidFill>
              </a:defRPr>
            </a:lvl1pPr>
          </a:lstStyle>
          <a:p>
            <a:pPr lvl="0">
              <a:defRPr sz="1800" cap="none">
                <a:solidFill>
                  <a:srgbClr val="000000"/>
                </a:solidFill>
              </a:defRPr>
            </a:pPr>
            <a:r>
              <a:rPr sz="8000" cap="all">
                <a:solidFill>
                  <a:srgbClr val="E4E4DC"/>
                </a:solidFill>
              </a:rPr>
              <a:t>Titeltext</a:t>
            </a:r>
          </a:p>
        </p:txBody>
      </p:sp>
      <p:sp>
        <p:nvSpPr>
          <p:cNvPr id="22" name="Shape 22"/>
          <p:cNvSpPr>
            <a:spLocks noGrp="1"/>
          </p:cNvSpPr>
          <p:nvPr>
            <p:ph type="body" idx="1"/>
          </p:nvPr>
        </p:nvSpPr>
        <p:spPr>
          <a:xfrm>
            <a:off x="9859799" y="1092143"/>
            <a:ext cx="1247200" cy="1952204"/>
          </a:xfrm>
          <a:prstGeom prst="rect">
            <a:avLst/>
          </a:prstGeom>
          <a:solidFill>
            <a:srgbClr val="E4E4DC"/>
          </a:solidFill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>
              <a:defRPr sz="1800"/>
            </a:pPr>
            <a:r>
              <a:rPr sz="100"/>
              <a:t>Textebene 1</a:t>
            </a:r>
          </a:p>
          <a:p>
            <a:pPr lvl="1">
              <a:defRPr sz="1800"/>
            </a:pPr>
            <a:r>
              <a:rPr sz="100"/>
              <a:t>Textebene 2</a:t>
            </a:r>
          </a:p>
          <a:p>
            <a:pPr lvl="2">
              <a:defRPr sz="1800"/>
            </a:pPr>
            <a:r>
              <a:rPr sz="100"/>
              <a:t>Textebene 3</a:t>
            </a:r>
          </a:p>
          <a:p>
            <a:pPr lvl="3">
              <a:defRPr sz="1800"/>
            </a:pPr>
            <a:r>
              <a:rPr sz="100"/>
              <a:t>Textebene 4</a:t>
            </a:r>
          </a:p>
          <a:p>
            <a:pPr lvl="4">
              <a:defRPr sz="1800"/>
            </a:pPr>
            <a:r>
              <a:rPr sz="100"/>
              <a:t>Textebene 5</a:t>
            </a:r>
          </a:p>
        </p:txBody>
      </p:sp>
      <p:pic>
        <p:nvPicPr>
          <p:cNvPr id="23" name="image1.png"/>
          <p:cNvPicPr/>
          <p:nvPr/>
        </p:nvPicPr>
        <p:blipFill>
          <a:blip r:embed="rId2"/>
          <a:srcRect b="53289"/>
          <a:stretch>
            <a:fillRect/>
          </a:stretch>
        </p:blipFill>
        <p:spPr>
          <a:xfrm>
            <a:off x="-1784509" y="1787710"/>
            <a:ext cx="1150576" cy="1698796"/>
          </a:xfrm>
          <a:prstGeom prst="rect">
            <a:avLst/>
          </a:prstGeom>
          <a:ln w="12700">
            <a:miter lim="400000"/>
          </a:ln>
        </p:spPr>
      </p:pic>
      <p:sp>
        <p:nvSpPr>
          <p:cNvPr id="24" name="Shape 24"/>
          <p:cNvSpPr/>
          <p:nvPr/>
        </p:nvSpPr>
        <p:spPr>
          <a:xfrm>
            <a:off x="-1775505" y="358775"/>
            <a:ext cx="1534161" cy="1066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000"/>
            </a:lvl1pPr>
          </a:lstStyle>
          <a:p>
            <a:pPr lvl="0">
              <a:defRPr sz="1800"/>
            </a:pPr>
            <a:r>
              <a:rPr sz="1000"/>
              <a:t>Change the background and/or logo color by clicking on the background/logo and choose a color from the Color Theme or Custom Colors:</a:t>
            </a:r>
          </a:p>
        </p:txBody>
      </p:sp>
      <p:pic>
        <p:nvPicPr>
          <p:cNvPr id="25" name="image2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-1783171" y="1495132"/>
            <a:ext cx="698170" cy="219134"/>
          </a:xfrm>
          <a:prstGeom prst="rect">
            <a:avLst/>
          </a:prstGeom>
          <a:ln w="12700">
            <a:miter lim="400000"/>
          </a:ln>
        </p:spPr>
      </p:pic>
      <p:sp>
        <p:nvSpPr>
          <p:cNvPr id="26" name="Shape 26"/>
          <p:cNvSpPr>
            <a:spLocks noGrp="1"/>
          </p:cNvSpPr>
          <p:nvPr>
            <p:ph type="sldNum" sz="quarter" idx="2"/>
          </p:nvPr>
        </p:nvSpPr>
        <p:spPr>
          <a:xfrm>
            <a:off x="0" y="6786269"/>
            <a:ext cx="1271" cy="127001"/>
          </a:xfrm>
          <a:prstGeom prst="rect">
            <a:avLst/>
          </a:prstGeom>
        </p:spPr>
        <p:txBody>
          <a:bodyPr/>
          <a:lstStyle>
            <a:lvl1pPr>
              <a:defRPr sz="100">
                <a:solidFill>
                  <a:srgbClr val="E4E4DC"/>
                </a:solidFill>
              </a:defRPr>
            </a:lvl1pPr>
          </a:lstStyle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r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36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1</a:t>
            </a:r>
          </a:p>
          <a:p>
            <a:pPr lvl="1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2</a:t>
            </a:r>
          </a:p>
          <a:p>
            <a:pPr lvl="2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3</a:t>
            </a:r>
          </a:p>
          <a:p>
            <a:pPr lvl="3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4</a:t>
            </a:r>
          </a:p>
          <a:p>
            <a:pPr lvl="4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5</a:t>
            </a:r>
          </a:p>
        </p:txBody>
      </p:sp>
      <p:sp>
        <p:nvSpPr>
          <p:cNvPr id="37" name="Shape 37"/>
          <p:cNvSpPr>
            <a:spLocks noGrp="1"/>
          </p:cNvSpPr>
          <p:nvPr>
            <p:ph type="title"/>
          </p:nvPr>
        </p:nvSpPr>
        <p:spPr>
          <a:xfrm>
            <a:off x="671975" y="2016000"/>
            <a:ext cx="3271376" cy="3168001"/>
          </a:xfrm>
          <a:prstGeom prst="rect">
            <a:avLst/>
          </a:prstGeom>
        </p:spPr>
        <p:txBody>
          <a:bodyPr/>
          <a:lstStyle/>
          <a:p>
            <a:pPr lvl="0">
              <a:defRPr sz="1800" cap="none"/>
            </a:pPr>
            <a:r>
              <a:rPr sz="4800" cap="all"/>
              <a:t>Titeltext</a:t>
            </a:r>
          </a:p>
        </p:txBody>
      </p:sp>
      <p:sp>
        <p:nvSpPr>
          <p:cNvPr id="38" name="Shape 38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40"/>
          <p:cNvSpPr>
            <a:spLocks noGrp="1"/>
          </p:cNvSpPr>
          <p:nvPr>
            <p:ph type="title"/>
          </p:nvPr>
        </p:nvSpPr>
        <p:spPr>
          <a:xfrm>
            <a:off x="359999" y="359999"/>
            <a:ext cx="11469601" cy="1080001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pPr lvl="0">
              <a:defRPr sz="1800" cap="none"/>
            </a:pPr>
            <a:r>
              <a:rPr sz="2800" cap="all"/>
              <a:t>Titeltext</a:t>
            </a:r>
          </a:p>
        </p:txBody>
      </p:sp>
      <p:sp>
        <p:nvSpPr>
          <p:cNvPr id="41" name="Shape 41"/>
          <p:cNvSpPr>
            <a:spLocks noGrp="1"/>
          </p:cNvSpPr>
          <p:nvPr>
            <p:ph type="body" idx="1"/>
          </p:nvPr>
        </p:nvSpPr>
        <p:spPr>
          <a:xfrm>
            <a:off x="358775" y="780320"/>
            <a:ext cx="11469600" cy="659680"/>
          </a:xfrm>
          <a:prstGeom prst="rect">
            <a:avLst/>
          </a:prstGeom>
          <a:noFill/>
        </p:spPr>
        <p:txBody>
          <a:bodyPr/>
          <a:lstStyle>
            <a:lvl1pPr>
              <a:spcBef>
                <a:spcPts val="0"/>
              </a:spcBef>
              <a:defRPr sz="2000" cap="all">
                <a:solidFill>
                  <a:srgbClr val="000000"/>
                </a:solidFill>
                <a:latin typeface="Euclid Flex Medium"/>
                <a:ea typeface="Euclid Flex Medium"/>
                <a:cs typeface="Euclid Flex Medium"/>
                <a:sym typeface="Euclid Flex Medium"/>
              </a:defRPr>
            </a:lvl1pPr>
            <a:lvl2pPr marL="0" indent="457200">
              <a:spcBef>
                <a:spcPts val="0"/>
              </a:spcBef>
              <a:buSzTx/>
              <a:buNone/>
              <a:defRPr sz="2000" cap="all">
                <a:solidFill>
                  <a:srgbClr val="000000"/>
                </a:solidFill>
                <a:latin typeface="Euclid Flex Medium"/>
                <a:ea typeface="Euclid Flex Medium"/>
                <a:cs typeface="Euclid Flex Medium"/>
                <a:sym typeface="Euclid Flex Medium"/>
              </a:defRPr>
            </a:lvl2pPr>
            <a:lvl3pPr marL="0" indent="914400">
              <a:spcBef>
                <a:spcPts val="0"/>
              </a:spcBef>
              <a:buSzTx/>
              <a:buNone/>
              <a:defRPr sz="2000" cap="all">
                <a:solidFill>
                  <a:srgbClr val="000000"/>
                </a:solidFill>
                <a:latin typeface="Euclid Flex Medium"/>
                <a:ea typeface="Euclid Flex Medium"/>
                <a:cs typeface="Euclid Flex Medium"/>
                <a:sym typeface="Euclid Flex Medium"/>
              </a:defRPr>
            </a:lvl3pPr>
            <a:lvl4pPr indent="1371600">
              <a:spcBef>
                <a:spcPts val="0"/>
              </a:spcBef>
              <a:buSzTx/>
              <a:buNone/>
              <a:defRPr sz="2000" cap="all">
                <a:solidFill>
                  <a:srgbClr val="000000"/>
                </a:solidFill>
                <a:latin typeface="Euclid Flex Medium"/>
                <a:ea typeface="Euclid Flex Medium"/>
                <a:cs typeface="Euclid Flex Medium"/>
                <a:sym typeface="Euclid Flex Medium"/>
              </a:defRPr>
            </a:lvl4pPr>
            <a:lvl5pPr indent="1828800">
              <a:spcBef>
                <a:spcPts val="0"/>
              </a:spcBef>
              <a:buSzTx/>
              <a:buNone/>
              <a:defRPr sz="2000" cap="all">
                <a:solidFill>
                  <a:srgbClr val="000000"/>
                </a:solidFill>
                <a:latin typeface="Euclid Flex Medium"/>
                <a:ea typeface="Euclid Flex Medium"/>
                <a:cs typeface="Euclid Flex Medium"/>
                <a:sym typeface="Euclid Flex Medium"/>
              </a:defRPr>
            </a:lvl5pPr>
          </a:lstStyle>
          <a:p>
            <a:pPr lvl="0">
              <a:defRPr sz="1800" cap="none"/>
            </a:pPr>
            <a:r>
              <a:rPr sz="2000" cap="all"/>
              <a:t>Textebene 1</a:t>
            </a:r>
          </a:p>
          <a:p>
            <a:pPr lvl="1">
              <a:defRPr sz="1800" cap="none"/>
            </a:pPr>
            <a:r>
              <a:rPr sz="2000" cap="all"/>
              <a:t>Textebene 2</a:t>
            </a:r>
          </a:p>
          <a:p>
            <a:pPr lvl="2">
              <a:defRPr sz="1800" cap="none"/>
            </a:pPr>
            <a:r>
              <a:rPr sz="2000" cap="all"/>
              <a:t>Textebene 3</a:t>
            </a:r>
          </a:p>
          <a:p>
            <a:pPr lvl="3">
              <a:defRPr sz="1800" cap="none"/>
            </a:pPr>
            <a:r>
              <a:rPr sz="2000" cap="all"/>
              <a:t>Textebene 4</a:t>
            </a:r>
          </a:p>
          <a:p>
            <a:pPr lvl="4">
              <a:defRPr sz="1800" cap="none"/>
            </a:pPr>
            <a:r>
              <a:rPr sz="2000" cap="all"/>
              <a:t>Textebene 5</a:t>
            </a:r>
          </a:p>
        </p:txBody>
      </p:sp>
      <p:sp>
        <p:nvSpPr>
          <p:cNvPr id="42" name="Shape 42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ext and Picture 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>
              <a:defRPr sz="1800"/>
            </a:pPr>
            <a:r>
              <a:rPr sz="100"/>
              <a:t>Textebene 1</a:t>
            </a:r>
          </a:p>
          <a:p>
            <a:pPr lvl="1">
              <a:defRPr sz="1800"/>
            </a:pPr>
            <a:r>
              <a:rPr sz="100"/>
              <a:t>Textebene 2</a:t>
            </a:r>
          </a:p>
          <a:p>
            <a:pPr lvl="2">
              <a:defRPr sz="1800"/>
            </a:pPr>
            <a:r>
              <a:rPr sz="100"/>
              <a:t>Textebene 3</a:t>
            </a:r>
          </a:p>
          <a:p>
            <a:pPr lvl="3">
              <a:defRPr sz="1800"/>
            </a:pPr>
            <a:r>
              <a:rPr sz="100"/>
              <a:t>Textebene 4</a:t>
            </a:r>
          </a:p>
          <a:p>
            <a:pPr lvl="4">
              <a:defRPr sz="1800"/>
            </a:pPr>
            <a:r>
              <a:rPr sz="100"/>
              <a:t>Textebene 5</a:t>
            </a:r>
          </a:p>
        </p:txBody>
      </p:sp>
      <p:sp>
        <p:nvSpPr>
          <p:cNvPr id="73" name="Shape 73"/>
          <p:cNvSpPr>
            <a:spLocks noGrp="1"/>
          </p:cNvSpPr>
          <p:nvPr>
            <p:ph type="title"/>
          </p:nvPr>
        </p:nvSpPr>
        <p:spPr>
          <a:xfrm>
            <a:off x="359999" y="359999"/>
            <a:ext cx="6540865" cy="1080001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pPr lvl="0">
              <a:defRPr sz="1800" cap="none"/>
            </a:pPr>
            <a:r>
              <a:rPr sz="2800" cap="all"/>
              <a:t>Titeltext</a:t>
            </a:r>
          </a:p>
        </p:txBody>
      </p:sp>
      <p:sp>
        <p:nvSpPr>
          <p:cNvPr id="74" name="Shape 7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Editorial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86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solidFill>
            <a:srgbClr val="CA8F85"/>
          </a:solidFill>
        </p:spPr>
        <p:txBody>
          <a:bodyPr/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1</a:t>
            </a:r>
          </a:p>
          <a:p>
            <a:pPr lvl="1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2</a:t>
            </a:r>
          </a:p>
          <a:p>
            <a:pPr lvl="2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3</a:t>
            </a:r>
          </a:p>
          <a:p>
            <a:pPr lvl="3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4</a:t>
            </a:r>
          </a:p>
          <a:p>
            <a:pPr lvl="4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5</a:t>
            </a:r>
          </a:p>
        </p:txBody>
      </p:sp>
      <p:sp>
        <p:nvSpPr>
          <p:cNvPr id="87" name="Shape 87"/>
          <p:cNvSpPr>
            <a:spLocks noGrp="1"/>
          </p:cNvSpPr>
          <p:nvPr>
            <p:ph type="title"/>
          </p:nvPr>
        </p:nvSpPr>
        <p:spPr>
          <a:xfrm>
            <a:off x="359999" y="359999"/>
            <a:ext cx="6534001" cy="5796002"/>
          </a:xfrm>
          <a:prstGeom prst="rect">
            <a:avLst/>
          </a:prstGeom>
        </p:spPr>
        <p:txBody>
          <a:bodyPr anchor="t"/>
          <a:lstStyle>
            <a:lvl1pPr>
              <a:defRPr sz="6000">
                <a:solidFill>
                  <a:srgbClr val="FFFFFF"/>
                </a:solidFill>
              </a:defRPr>
            </a:lvl1pPr>
          </a:lstStyle>
          <a:p>
            <a:pPr lvl="0">
              <a:defRPr sz="1800" cap="none">
                <a:solidFill>
                  <a:srgbClr val="000000"/>
                </a:solidFill>
              </a:defRPr>
            </a:pPr>
            <a:r>
              <a:rPr sz="6000" cap="all">
                <a:solidFill>
                  <a:srgbClr val="FFFFFF"/>
                </a:solidFill>
              </a:rPr>
              <a:t>Titeltext</a:t>
            </a:r>
          </a:p>
        </p:txBody>
      </p:sp>
      <p:sp>
        <p:nvSpPr>
          <p:cNvPr id="88" name="Shape 88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Editorial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94"/>
          <p:cNvSpPr>
            <a:spLocks noGrp="1"/>
          </p:cNvSpPr>
          <p:nvPr>
            <p:ph type="body" idx="1"/>
          </p:nvPr>
        </p:nvSpPr>
        <p:spPr>
          <a:xfrm>
            <a:off x="1" y="0"/>
            <a:ext cx="12192001" cy="6858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>
              <a:defRPr sz="1800"/>
            </a:pPr>
            <a:r>
              <a:rPr sz="100"/>
              <a:t>Textebene 1</a:t>
            </a:r>
          </a:p>
          <a:p>
            <a:pPr lvl="1">
              <a:defRPr sz="1800"/>
            </a:pPr>
            <a:r>
              <a:rPr sz="100"/>
              <a:t>Textebene 2</a:t>
            </a:r>
          </a:p>
          <a:p>
            <a:pPr lvl="2">
              <a:defRPr sz="1800"/>
            </a:pPr>
            <a:r>
              <a:rPr sz="100"/>
              <a:t>Textebene 3</a:t>
            </a:r>
          </a:p>
          <a:p>
            <a:pPr lvl="3">
              <a:defRPr sz="1800"/>
            </a:pPr>
            <a:r>
              <a:rPr sz="100"/>
              <a:t>Textebene 4</a:t>
            </a:r>
          </a:p>
          <a:p>
            <a:pPr lvl="4">
              <a:defRPr sz="1800"/>
            </a:pPr>
            <a:r>
              <a:rPr sz="100"/>
              <a:t>Textebene 5</a:t>
            </a:r>
          </a:p>
        </p:txBody>
      </p:sp>
      <p:sp>
        <p:nvSpPr>
          <p:cNvPr id="95" name="Shape 95"/>
          <p:cNvSpPr>
            <a:spLocks noGrp="1"/>
          </p:cNvSpPr>
          <p:nvPr>
            <p:ph type="title"/>
          </p:nvPr>
        </p:nvSpPr>
        <p:spPr>
          <a:xfrm>
            <a:off x="359999" y="359999"/>
            <a:ext cx="4212001" cy="1382688"/>
          </a:xfrm>
          <a:prstGeom prst="rect">
            <a:avLst/>
          </a:prstGeom>
        </p:spPr>
        <p:txBody>
          <a:bodyPr anchor="t"/>
          <a:lstStyle>
            <a:lvl1pPr>
              <a:defRPr sz="5400">
                <a:solidFill>
                  <a:srgbClr val="2E5558"/>
                </a:solidFill>
              </a:defRPr>
            </a:lvl1pPr>
          </a:lstStyle>
          <a:p>
            <a:pPr lvl="0">
              <a:defRPr sz="1800" cap="none">
                <a:solidFill>
                  <a:srgbClr val="000000"/>
                </a:solidFill>
              </a:defRPr>
            </a:pPr>
            <a:r>
              <a:rPr sz="5400" cap="all">
                <a:solidFill>
                  <a:srgbClr val="2E5558"/>
                </a:solidFill>
              </a:rPr>
              <a:t>Titeltext</a:t>
            </a:r>
          </a:p>
        </p:txBody>
      </p:sp>
      <p:sp>
        <p:nvSpPr>
          <p:cNvPr id="96" name="Shape 96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Editorial 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Shape 98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solidFill>
            <a:srgbClr val="7E6D6B"/>
          </a:solidFill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>
              <a:defRPr sz="1800"/>
            </a:pPr>
            <a:r>
              <a:rPr sz="100"/>
              <a:t>Textebene 1</a:t>
            </a:r>
          </a:p>
          <a:p>
            <a:pPr lvl="1">
              <a:defRPr sz="1800"/>
            </a:pPr>
            <a:r>
              <a:rPr sz="100"/>
              <a:t>Textebene 2</a:t>
            </a:r>
          </a:p>
          <a:p>
            <a:pPr lvl="2">
              <a:defRPr sz="1800"/>
            </a:pPr>
            <a:r>
              <a:rPr sz="100"/>
              <a:t>Textebene 3</a:t>
            </a:r>
          </a:p>
          <a:p>
            <a:pPr lvl="3">
              <a:defRPr sz="1800"/>
            </a:pPr>
            <a:r>
              <a:rPr sz="100"/>
              <a:t>Textebene 4</a:t>
            </a:r>
          </a:p>
          <a:p>
            <a:pPr lvl="4">
              <a:defRPr sz="1800"/>
            </a:pPr>
            <a:r>
              <a:rPr sz="100"/>
              <a:t>Textebene 5</a:t>
            </a:r>
          </a:p>
        </p:txBody>
      </p:sp>
      <p:sp>
        <p:nvSpPr>
          <p:cNvPr id="99" name="Shape 99"/>
          <p:cNvSpPr>
            <a:spLocks noGrp="1"/>
          </p:cNvSpPr>
          <p:nvPr>
            <p:ph type="title"/>
          </p:nvPr>
        </p:nvSpPr>
        <p:spPr>
          <a:xfrm>
            <a:off x="6444000" y="359999"/>
            <a:ext cx="3420001" cy="3960002"/>
          </a:xfrm>
          <a:prstGeom prst="rect">
            <a:avLst/>
          </a:prstGeom>
        </p:spPr>
        <p:txBody>
          <a:bodyPr anchor="t"/>
          <a:lstStyle>
            <a:lvl1pPr>
              <a:defRPr sz="4000">
                <a:solidFill>
                  <a:srgbClr val="FFFFFF"/>
                </a:solidFill>
              </a:defRPr>
            </a:lvl1pPr>
          </a:lstStyle>
          <a:p>
            <a:pPr lvl="0">
              <a:defRPr sz="1800" cap="none">
                <a:solidFill>
                  <a:srgbClr val="000000"/>
                </a:solidFill>
              </a:defRPr>
            </a:pPr>
            <a:r>
              <a:rPr sz="4000" cap="all">
                <a:solidFill>
                  <a:srgbClr val="FFFFFF"/>
                </a:solidFill>
              </a:rPr>
              <a:t>Titeltext</a:t>
            </a:r>
          </a:p>
        </p:txBody>
      </p:sp>
      <p:sp>
        <p:nvSpPr>
          <p:cNvPr id="100" name="Shape 100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Editorial 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solidFill>
            <a:srgbClr val="6D727C"/>
          </a:solidFill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>
              <a:defRPr sz="1800"/>
            </a:pPr>
            <a:r>
              <a:rPr sz="100"/>
              <a:t>Textebene 1</a:t>
            </a:r>
          </a:p>
          <a:p>
            <a:pPr lvl="1">
              <a:defRPr sz="1800"/>
            </a:pPr>
            <a:r>
              <a:rPr sz="100"/>
              <a:t>Textebene 2</a:t>
            </a:r>
          </a:p>
          <a:p>
            <a:pPr lvl="2">
              <a:defRPr sz="1800"/>
            </a:pPr>
            <a:r>
              <a:rPr sz="100"/>
              <a:t>Textebene 3</a:t>
            </a:r>
          </a:p>
          <a:p>
            <a:pPr lvl="3">
              <a:defRPr sz="1800"/>
            </a:pPr>
            <a:r>
              <a:rPr sz="100"/>
              <a:t>Textebene 4</a:t>
            </a:r>
          </a:p>
          <a:p>
            <a:pPr lvl="4">
              <a:defRPr sz="1800"/>
            </a:pPr>
            <a:r>
              <a:rPr sz="100"/>
              <a:t>Textebene 5</a:t>
            </a:r>
          </a:p>
        </p:txBody>
      </p:sp>
      <p:sp>
        <p:nvSpPr>
          <p:cNvPr id="103" name="Shape 103"/>
          <p:cNvSpPr>
            <a:spLocks noGrp="1"/>
          </p:cNvSpPr>
          <p:nvPr>
            <p:ph type="title"/>
          </p:nvPr>
        </p:nvSpPr>
        <p:spPr>
          <a:xfrm>
            <a:off x="359999" y="359999"/>
            <a:ext cx="4554001" cy="3060002"/>
          </a:xfrm>
          <a:prstGeom prst="rect">
            <a:avLst/>
          </a:prstGeom>
        </p:spPr>
        <p:txBody>
          <a:bodyPr anchor="t"/>
          <a:lstStyle>
            <a:lvl1pPr>
              <a:defRPr sz="4000">
                <a:solidFill>
                  <a:srgbClr val="FFFFFF"/>
                </a:solidFill>
              </a:defRPr>
            </a:lvl1pPr>
          </a:lstStyle>
          <a:p>
            <a:pPr lvl="0">
              <a:defRPr sz="1800" cap="none">
                <a:solidFill>
                  <a:srgbClr val="000000"/>
                </a:solidFill>
              </a:defRPr>
            </a:pPr>
            <a:r>
              <a:rPr sz="4000" cap="all">
                <a:solidFill>
                  <a:srgbClr val="FFFFFF"/>
                </a:solidFill>
              </a:rPr>
              <a:t>Titeltext</a:t>
            </a:r>
          </a:p>
        </p:txBody>
      </p:sp>
      <p:sp>
        <p:nvSpPr>
          <p:cNvPr id="104" name="Shape 10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roduc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106"/>
          <p:cNvSpPr>
            <a:spLocks noGrp="1"/>
          </p:cNvSpPr>
          <p:nvPr>
            <p:ph type="title"/>
          </p:nvPr>
        </p:nvSpPr>
        <p:spPr>
          <a:xfrm>
            <a:off x="359999" y="359999"/>
            <a:ext cx="11469601" cy="180001"/>
          </a:xfrm>
          <a:prstGeom prst="rect">
            <a:avLst/>
          </a:prstGeom>
        </p:spPr>
        <p:txBody>
          <a:bodyPr anchor="t"/>
          <a:lstStyle>
            <a:lvl1pPr>
              <a:defRPr sz="1400"/>
            </a:lvl1pPr>
          </a:lstStyle>
          <a:p>
            <a:pPr lvl="0">
              <a:defRPr sz="1800" cap="none"/>
            </a:pPr>
            <a:r>
              <a:rPr sz="1400" cap="all"/>
              <a:t>Titeltext</a:t>
            </a:r>
          </a:p>
        </p:txBody>
      </p:sp>
      <p:sp>
        <p:nvSpPr>
          <p:cNvPr id="107" name="Shape 107"/>
          <p:cNvSpPr>
            <a:spLocks noGrp="1"/>
          </p:cNvSpPr>
          <p:nvPr>
            <p:ph type="body" idx="1"/>
          </p:nvPr>
        </p:nvSpPr>
        <p:spPr>
          <a:xfrm>
            <a:off x="359999" y="539999"/>
            <a:ext cx="11469601" cy="1876501"/>
          </a:xfrm>
          <a:prstGeom prst="rect">
            <a:avLst/>
          </a:prstGeom>
          <a:noFill/>
        </p:spPr>
        <p:txBody>
          <a:bodyPr/>
          <a:lstStyle>
            <a:lvl1pPr>
              <a:buSzPct val="100000"/>
              <a:buFont typeface="Arial"/>
              <a:buChar char="​"/>
              <a:defRPr sz="1400" cap="all">
                <a:solidFill>
                  <a:srgbClr val="000000"/>
                </a:solidFill>
              </a:defRPr>
            </a:lvl1pPr>
            <a:lvl2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2pPr>
            <a:lvl3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3pPr>
            <a:lvl4pPr>
              <a:buFont typeface="Arial"/>
              <a:defRPr sz="1400" cap="all">
                <a:solidFill>
                  <a:srgbClr val="000000"/>
                </a:solidFill>
              </a:defRPr>
            </a:lvl4pPr>
            <a:lvl5pPr>
              <a:buFont typeface="Arial"/>
              <a:defRPr sz="1400" cap="all">
                <a:solidFill>
                  <a:srgbClr val="000000"/>
                </a:solidFill>
              </a:defRPr>
            </a:lvl5pPr>
          </a:lstStyle>
          <a:p>
            <a:pPr lvl="0">
              <a:defRPr sz="1800" cap="none"/>
            </a:pPr>
            <a:r>
              <a:rPr sz="1400" cap="all"/>
              <a:t>Textebene 1</a:t>
            </a:r>
          </a:p>
          <a:p>
            <a:pPr lvl="1">
              <a:defRPr sz="1800" cap="none"/>
            </a:pPr>
            <a:r>
              <a:rPr sz="1400" cap="all"/>
              <a:t>Textebene 2</a:t>
            </a:r>
          </a:p>
          <a:p>
            <a:pPr lvl="2">
              <a:defRPr sz="1800" cap="none"/>
            </a:pPr>
            <a:r>
              <a:rPr sz="1400" cap="all"/>
              <a:t>Textebene 3</a:t>
            </a:r>
          </a:p>
          <a:p>
            <a:pPr lvl="3">
              <a:defRPr sz="1800" cap="none"/>
            </a:pPr>
            <a:r>
              <a:rPr sz="1400" cap="all"/>
              <a:t>Textebene 4</a:t>
            </a:r>
          </a:p>
          <a:p>
            <a:pPr lvl="4">
              <a:defRPr sz="1800" cap="none"/>
            </a:pPr>
            <a:r>
              <a:rPr sz="1400" cap="all"/>
              <a:t>Textebene 5</a:t>
            </a:r>
          </a:p>
        </p:txBody>
      </p:sp>
      <p:sp>
        <p:nvSpPr>
          <p:cNvPr id="108" name="Shape 108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roduct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114"/>
          <p:cNvSpPr>
            <a:spLocks noGrp="1"/>
          </p:cNvSpPr>
          <p:nvPr>
            <p:ph type="title"/>
          </p:nvPr>
        </p:nvSpPr>
        <p:spPr>
          <a:xfrm>
            <a:off x="359999" y="359999"/>
            <a:ext cx="11469601" cy="180001"/>
          </a:xfrm>
          <a:prstGeom prst="rect">
            <a:avLst/>
          </a:prstGeom>
        </p:spPr>
        <p:txBody>
          <a:bodyPr anchor="t"/>
          <a:lstStyle>
            <a:lvl1pPr>
              <a:defRPr sz="1400"/>
            </a:lvl1pPr>
          </a:lstStyle>
          <a:p>
            <a:pPr lvl="0">
              <a:defRPr sz="1800" cap="none"/>
            </a:pPr>
            <a:r>
              <a:rPr sz="1400" cap="all"/>
              <a:t>Titeltext</a:t>
            </a:r>
          </a:p>
        </p:txBody>
      </p:sp>
      <p:sp>
        <p:nvSpPr>
          <p:cNvPr id="115" name="Shape 115"/>
          <p:cNvSpPr>
            <a:spLocks noGrp="1"/>
          </p:cNvSpPr>
          <p:nvPr>
            <p:ph type="body" idx="1"/>
          </p:nvPr>
        </p:nvSpPr>
        <p:spPr>
          <a:xfrm>
            <a:off x="359999" y="539999"/>
            <a:ext cx="11469601" cy="1876501"/>
          </a:xfrm>
          <a:prstGeom prst="rect">
            <a:avLst/>
          </a:prstGeom>
          <a:noFill/>
        </p:spPr>
        <p:txBody>
          <a:bodyPr/>
          <a:lstStyle>
            <a:lvl1pPr>
              <a:buSzPct val="100000"/>
              <a:buFont typeface="Arial"/>
              <a:buChar char="​"/>
              <a:defRPr sz="1400" cap="all">
                <a:solidFill>
                  <a:srgbClr val="000000"/>
                </a:solidFill>
              </a:defRPr>
            </a:lvl1pPr>
            <a:lvl2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2pPr>
            <a:lvl3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3pPr>
            <a:lvl4pPr>
              <a:buFont typeface="Arial"/>
              <a:defRPr sz="1400" cap="all">
                <a:solidFill>
                  <a:srgbClr val="000000"/>
                </a:solidFill>
              </a:defRPr>
            </a:lvl4pPr>
            <a:lvl5pPr>
              <a:buFont typeface="Arial"/>
              <a:defRPr sz="1400" cap="all">
                <a:solidFill>
                  <a:srgbClr val="000000"/>
                </a:solidFill>
              </a:defRPr>
            </a:lvl5pPr>
          </a:lstStyle>
          <a:p>
            <a:pPr lvl="0">
              <a:defRPr sz="1800" cap="none"/>
            </a:pPr>
            <a:r>
              <a:rPr sz="1400" cap="all"/>
              <a:t>Textebene 1</a:t>
            </a:r>
          </a:p>
          <a:p>
            <a:pPr lvl="1">
              <a:defRPr sz="1800" cap="none"/>
            </a:pPr>
            <a:r>
              <a:rPr sz="1400" cap="all"/>
              <a:t>Textebene 2</a:t>
            </a:r>
          </a:p>
          <a:p>
            <a:pPr lvl="2">
              <a:defRPr sz="1800" cap="none"/>
            </a:pPr>
            <a:r>
              <a:rPr sz="1400" cap="all"/>
              <a:t>Textebene 3</a:t>
            </a:r>
          </a:p>
          <a:p>
            <a:pPr lvl="3">
              <a:defRPr sz="1800" cap="none"/>
            </a:pPr>
            <a:r>
              <a:rPr sz="1400" cap="all"/>
              <a:t>Textebene 4</a:t>
            </a:r>
          </a:p>
          <a:p>
            <a:pPr lvl="4">
              <a:defRPr sz="1800" cap="none"/>
            </a:pPr>
            <a:r>
              <a:rPr sz="1400" cap="all"/>
              <a:t>Textebene 5</a:t>
            </a:r>
          </a:p>
        </p:txBody>
      </p:sp>
      <p:sp>
        <p:nvSpPr>
          <p:cNvPr id="116" name="Shape 116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roduct 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122"/>
          <p:cNvSpPr>
            <a:spLocks noGrp="1"/>
          </p:cNvSpPr>
          <p:nvPr>
            <p:ph type="title"/>
          </p:nvPr>
        </p:nvSpPr>
        <p:spPr>
          <a:xfrm>
            <a:off x="359999" y="359999"/>
            <a:ext cx="9302401" cy="180001"/>
          </a:xfrm>
          <a:prstGeom prst="rect">
            <a:avLst/>
          </a:prstGeom>
        </p:spPr>
        <p:txBody>
          <a:bodyPr anchor="t"/>
          <a:lstStyle>
            <a:lvl1pPr>
              <a:defRPr sz="1400"/>
            </a:lvl1pPr>
          </a:lstStyle>
          <a:p>
            <a:pPr lvl="0">
              <a:defRPr sz="1800" cap="none"/>
            </a:pPr>
            <a:r>
              <a:rPr sz="1400" cap="all"/>
              <a:t>Titeltext</a:t>
            </a:r>
          </a:p>
        </p:txBody>
      </p:sp>
      <p:sp>
        <p:nvSpPr>
          <p:cNvPr id="123" name="Shape 123"/>
          <p:cNvSpPr>
            <a:spLocks noGrp="1"/>
          </p:cNvSpPr>
          <p:nvPr>
            <p:ph type="body" idx="1"/>
          </p:nvPr>
        </p:nvSpPr>
        <p:spPr>
          <a:xfrm>
            <a:off x="359999" y="539999"/>
            <a:ext cx="9302401" cy="1876501"/>
          </a:xfrm>
          <a:prstGeom prst="rect">
            <a:avLst/>
          </a:prstGeom>
          <a:noFill/>
        </p:spPr>
        <p:txBody>
          <a:bodyPr/>
          <a:lstStyle>
            <a:lvl1pPr>
              <a:buSzPct val="100000"/>
              <a:buFont typeface="Arial"/>
              <a:buChar char="​"/>
              <a:defRPr sz="1400" cap="all">
                <a:solidFill>
                  <a:srgbClr val="000000"/>
                </a:solidFill>
              </a:defRPr>
            </a:lvl1pPr>
            <a:lvl2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2pPr>
            <a:lvl3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3pPr>
            <a:lvl4pPr>
              <a:buFont typeface="Arial"/>
              <a:defRPr sz="1400" cap="all">
                <a:solidFill>
                  <a:srgbClr val="000000"/>
                </a:solidFill>
              </a:defRPr>
            </a:lvl4pPr>
            <a:lvl5pPr>
              <a:buFont typeface="Arial"/>
              <a:defRPr sz="1400" cap="all">
                <a:solidFill>
                  <a:srgbClr val="000000"/>
                </a:solidFill>
              </a:defRPr>
            </a:lvl5pPr>
          </a:lstStyle>
          <a:p>
            <a:pPr lvl="0">
              <a:defRPr sz="1800" cap="none"/>
            </a:pPr>
            <a:r>
              <a:rPr sz="1400" cap="all"/>
              <a:t>Textebene 1</a:t>
            </a:r>
          </a:p>
          <a:p>
            <a:pPr lvl="1">
              <a:defRPr sz="1800" cap="none"/>
            </a:pPr>
            <a:r>
              <a:rPr sz="1400" cap="all"/>
              <a:t>Textebene 2</a:t>
            </a:r>
          </a:p>
          <a:p>
            <a:pPr lvl="2">
              <a:defRPr sz="1800" cap="none"/>
            </a:pPr>
            <a:r>
              <a:rPr sz="1400" cap="all"/>
              <a:t>Textebene 3</a:t>
            </a:r>
          </a:p>
          <a:p>
            <a:pPr lvl="3">
              <a:defRPr sz="1800" cap="none"/>
            </a:pPr>
            <a:r>
              <a:rPr sz="1400" cap="all"/>
              <a:t>Textebene 4</a:t>
            </a:r>
          </a:p>
          <a:p>
            <a:pPr lvl="4">
              <a:defRPr sz="1800" cap="none"/>
            </a:pPr>
            <a:r>
              <a:rPr sz="1400" cap="all"/>
              <a:t>Textebene 5</a:t>
            </a:r>
          </a:p>
        </p:txBody>
      </p:sp>
      <p:sp>
        <p:nvSpPr>
          <p:cNvPr id="124" name="Shape 1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roduct 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126"/>
          <p:cNvSpPr>
            <a:spLocks noGrp="1"/>
          </p:cNvSpPr>
          <p:nvPr>
            <p:ph type="title"/>
          </p:nvPr>
        </p:nvSpPr>
        <p:spPr>
          <a:xfrm>
            <a:off x="5299233" y="359999"/>
            <a:ext cx="6532768" cy="180001"/>
          </a:xfrm>
          <a:prstGeom prst="rect">
            <a:avLst/>
          </a:prstGeom>
        </p:spPr>
        <p:txBody>
          <a:bodyPr anchor="t"/>
          <a:lstStyle>
            <a:lvl1pPr>
              <a:defRPr sz="1400"/>
            </a:lvl1pPr>
          </a:lstStyle>
          <a:p>
            <a:pPr lvl="0">
              <a:defRPr sz="1800" cap="none"/>
            </a:pPr>
            <a:r>
              <a:rPr sz="1400" cap="all"/>
              <a:t>Titeltext</a:t>
            </a:r>
          </a:p>
        </p:txBody>
      </p:sp>
      <p:sp>
        <p:nvSpPr>
          <p:cNvPr id="127" name="Shape 127"/>
          <p:cNvSpPr>
            <a:spLocks noGrp="1"/>
          </p:cNvSpPr>
          <p:nvPr>
            <p:ph type="body" idx="1"/>
          </p:nvPr>
        </p:nvSpPr>
        <p:spPr>
          <a:xfrm>
            <a:off x="5299233" y="539999"/>
            <a:ext cx="6532406" cy="1876501"/>
          </a:xfrm>
          <a:prstGeom prst="rect">
            <a:avLst/>
          </a:prstGeom>
          <a:noFill/>
        </p:spPr>
        <p:txBody>
          <a:bodyPr/>
          <a:lstStyle>
            <a:lvl1pPr>
              <a:buSzPct val="100000"/>
              <a:buFont typeface="Arial"/>
              <a:buChar char="​"/>
              <a:defRPr sz="1400" cap="all">
                <a:solidFill>
                  <a:srgbClr val="000000"/>
                </a:solidFill>
              </a:defRPr>
            </a:lvl1pPr>
            <a:lvl2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2pPr>
            <a:lvl3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3pPr>
            <a:lvl4pPr>
              <a:buFont typeface="Arial"/>
              <a:defRPr sz="1400" cap="all">
                <a:solidFill>
                  <a:srgbClr val="000000"/>
                </a:solidFill>
              </a:defRPr>
            </a:lvl4pPr>
            <a:lvl5pPr>
              <a:buFont typeface="Arial"/>
              <a:defRPr sz="1400" cap="all">
                <a:solidFill>
                  <a:srgbClr val="000000"/>
                </a:solidFill>
              </a:defRPr>
            </a:lvl5pPr>
          </a:lstStyle>
          <a:p>
            <a:pPr lvl="0">
              <a:defRPr sz="1800" cap="none"/>
            </a:pPr>
            <a:r>
              <a:rPr sz="1400" cap="all"/>
              <a:t>Textebene 1</a:t>
            </a:r>
          </a:p>
          <a:p>
            <a:pPr lvl="1">
              <a:defRPr sz="1800" cap="none"/>
            </a:pPr>
            <a:r>
              <a:rPr sz="1400" cap="all"/>
              <a:t>Textebene 2</a:t>
            </a:r>
          </a:p>
          <a:p>
            <a:pPr lvl="2">
              <a:defRPr sz="1800" cap="none"/>
            </a:pPr>
            <a:r>
              <a:rPr sz="1400" cap="all"/>
              <a:t>Textebene 3</a:t>
            </a:r>
          </a:p>
          <a:p>
            <a:pPr lvl="3">
              <a:defRPr sz="1800" cap="none"/>
            </a:pPr>
            <a:r>
              <a:rPr sz="1400" cap="all"/>
              <a:t>Textebene 4</a:t>
            </a:r>
          </a:p>
          <a:p>
            <a:pPr lvl="4">
              <a:defRPr sz="1800" cap="none"/>
            </a:pPr>
            <a:r>
              <a:rPr sz="1400" cap="all"/>
              <a:t>Textebene 5</a:t>
            </a:r>
          </a:p>
        </p:txBody>
      </p:sp>
      <p:sp>
        <p:nvSpPr>
          <p:cNvPr id="128" name="Shape 128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roduct 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130"/>
          <p:cNvSpPr>
            <a:spLocks noGrp="1"/>
          </p:cNvSpPr>
          <p:nvPr>
            <p:ph type="title"/>
          </p:nvPr>
        </p:nvSpPr>
        <p:spPr>
          <a:xfrm>
            <a:off x="359999" y="359999"/>
            <a:ext cx="11469601" cy="180001"/>
          </a:xfrm>
          <a:prstGeom prst="rect">
            <a:avLst/>
          </a:prstGeom>
        </p:spPr>
        <p:txBody>
          <a:bodyPr anchor="t"/>
          <a:lstStyle>
            <a:lvl1pPr>
              <a:defRPr sz="1400"/>
            </a:lvl1pPr>
          </a:lstStyle>
          <a:p>
            <a:pPr lvl="0">
              <a:defRPr sz="1800" cap="none"/>
            </a:pPr>
            <a:r>
              <a:rPr sz="1400" cap="all"/>
              <a:t>Titeltext</a:t>
            </a:r>
          </a:p>
        </p:txBody>
      </p:sp>
      <p:sp>
        <p:nvSpPr>
          <p:cNvPr id="131" name="Shape 131"/>
          <p:cNvSpPr>
            <a:spLocks noGrp="1"/>
          </p:cNvSpPr>
          <p:nvPr>
            <p:ph type="body" idx="1"/>
          </p:nvPr>
        </p:nvSpPr>
        <p:spPr>
          <a:xfrm>
            <a:off x="359999" y="539999"/>
            <a:ext cx="11469601" cy="1876501"/>
          </a:xfrm>
          <a:prstGeom prst="rect">
            <a:avLst/>
          </a:prstGeom>
          <a:noFill/>
        </p:spPr>
        <p:txBody>
          <a:bodyPr/>
          <a:lstStyle>
            <a:lvl1pPr>
              <a:buSzPct val="100000"/>
              <a:buFont typeface="Arial"/>
              <a:buChar char="​"/>
              <a:defRPr sz="1400" cap="all">
                <a:solidFill>
                  <a:srgbClr val="000000"/>
                </a:solidFill>
              </a:defRPr>
            </a:lvl1pPr>
            <a:lvl2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2pPr>
            <a:lvl3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3pPr>
            <a:lvl4pPr>
              <a:buFont typeface="Arial"/>
              <a:defRPr sz="1400" cap="all">
                <a:solidFill>
                  <a:srgbClr val="000000"/>
                </a:solidFill>
              </a:defRPr>
            </a:lvl4pPr>
            <a:lvl5pPr>
              <a:buFont typeface="Arial"/>
              <a:defRPr sz="1400" cap="all">
                <a:solidFill>
                  <a:srgbClr val="000000"/>
                </a:solidFill>
              </a:defRPr>
            </a:lvl5pPr>
          </a:lstStyle>
          <a:p>
            <a:pPr lvl="0">
              <a:defRPr sz="1800" cap="none"/>
            </a:pPr>
            <a:r>
              <a:rPr sz="1400" cap="all"/>
              <a:t>Textebene 1</a:t>
            </a:r>
          </a:p>
          <a:p>
            <a:pPr lvl="1">
              <a:defRPr sz="1800" cap="none"/>
            </a:pPr>
            <a:r>
              <a:rPr sz="1400" cap="all"/>
              <a:t>Textebene 2</a:t>
            </a:r>
          </a:p>
          <a:p>
            <a:pPr lvl="2">
              <a:defRPr sz="1800" cap="none"/>
            </a:pPr>
            <a:r>
              <a:rPr sz="1400" cap="all"/>
              <a:t>Textebene 3</a:t>
            </a:r>
          </a:p>
          <a:p>
            <a:pPr lvl="3">
              <a:defRPr sz="1800" cap="none"/>
            </a:pPr>
            <a:r>
              <a:rPr sz="1400" cap="all"/>
              <a:t>Textebene 4</a:t>
            </a:r>
          </a:p>
          <a:p>
            <a:pPr lvl="4">
              <a:defRPr sz="1800" cap="none"/>
            </a:pPr>
            <a:r>
              <a:rPr sz="1400" cap="all"/>
              <a:t>Textebene 5</a:t>
            </a:r>
          </a:p>
        </p:txBody>
      </p:sp>
      <p:sp>
        <p:nvSpPr>
          <p:cNvPr id="132" name="Shape 132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Product 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/>
          </p:cNvSpPr>
          <p:nvPr>
            <p:ph type="title"/>
          </p:nvPr>
        </p:nvSpPr>
        <p:spPr>
          <a:xfrm>
            <a:off x="359999" y="359999"/>
            <a:ext cx="11469601" cy="180001"/>
          </a:xfrm>
          <a:prstGeom prst="rect">
            <a:avLst/>
          </a:prstGeom>
        </p:spPr>
        <p:txBody>
          <a:bodyPr anchor="t"/>
          <a:lstStyle>
            <a:lvl1pPr>
              <a:defRPr sz="1400"/>
            </a:lvl1pPr>
          </a:lstStyle>
          <a:p>
            <a:pPr lvl="0">
              <a:defRPr sz="1800" cap="none"/>
            </a:pPr>
            <a:r>
              <a:rPr sz="1400" cap="all"/>
              <a:t>Titeltext</a:t>
            </a:r>
          </a:p>
        </p:txBody>
      </p:sp>
      <p:sp>
        <p:nvSpPr>
          <p:cNvPr id="135" name="Shape 135"/>
          <p:cNvSpPr>
            <a:spLocks noGrp="1"/>
          </p:cNvSpPr>
          <p:nvPr>
            <p:ph type="body" idx="1"/>
          </p:nvPr>
        </p:nvSpPr>
        <p:spPr>
          <a:xfrm>
            <a:off x="359999" y="539999"/>
            <a:ext cx="11469601" cy="1876501"/>
          </a:xfrm>
          <a:prstGeom prst="rect">
            <a:avLst/>
          </a:prstGeom>
          <a:noFill/>
        </p:spPr>
        <p:txBody>
          <a:bodyPr/>
          <a:lstStyle>
            <a:lvl1pPr>
              <a:buSzPct val="100000"/>
              <a:buFont typeface="Arial"/>
              <a:buChar char="​"/>
              <a:defRPr sz="1400" cap="all">
                <a:solidFill>
                  <a:srgbClr val="000000"/>
                </a:solidFill>
              </a:defRPr>
            </a:lvl1pPr>
            <a:lvl2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2pPr>
            <a:lvl3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3pPr>
            <a:lvl4pPr>
              <a:buFont typeface="Arial"/>
              <a:defRPr sz="1400" cap="all">
                <a:solidFill>
                  <a:srgbClr val="000000"/>
                </a:solidFill>
              </a:defRPr>
            </a:lvl4pPr>
            <a:lvl5pPr>
              <a:buFont typeface="Arial"/>
              <a:defRPr sz="1400" cap="all">
                <a:solidFill>
                  <a:srgbClr val="000000"/>
                </a:solidFill>
              </a:defRPr>
            </a:lvl5pPr>
          </a:lstStyle>
          <a:p>
            <a:pPr lvl="0">
              <a:defRPr sz="1800" cap="none"/>
            </a:pPr>
            <a:r>
              <a:rPr sz="1400" cap="all"/>
              <a:t>Textebene 1</a:t>
            </a:r>
          </a:p>
          <a:p>
            <a:pPr lvl="1">
              <a:defRPr sz="1800" cap="none"/>
            </a:pPr>
            <a:r>
              <a:rPr sz="1400" cap="all"/>
              <a:t>Textebene 2</a:t>
            </a:r>
          </a:p>
          <a:p>
            <a:pPr lvl="2">
              <a:defRPr sz="1800" cap="none"/>
            </a:pPr>
            <a:r>
              <a:rPr sz="1400" cap="all"/>
              <a:t>Textebene 3</a:t>
            </a:r>
          </a:p>
          <a:p>
            <a:pPr lvl="3">
              <a:defRPr sz="1800" cap="none"/>
            </a:pPr>
            <a:r>
              <a:rPr sz="1400" cap="all"/>
              <a:t>Textebene 4</a:t>
            </a:r>
          </a:p>
          <a:p>
            <a:pPr lvl="4">
              <a:defRPr sz="1800" cap="none"/>
            </a:pPr>
            <a:r>
              <a:rPr sz="1400" cap="all"/>
              <a:t>Textebene 5</a:t>
            </a:r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roduct 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137"/>
          <p:cNvSpPr>
            <a:spLocks noGrp="1"/>
          </p:cNvSpPr>
          <p:nvPr>
            <p:ph type="title"/>
          </p:nvPr>
        </p:nvSpPr>
        <p:spPr>
          <a:xfrm>
            <a:off x="359999" y="5744421"/>
            <a:ext cx="10486802" cy="180001"/>
          </a:xfrm>
          <a:prstGeom prst="rect">
            <a:avLst/>
          </a:prstGeom>
        </p:spPr>
        <p:txBody>
          <a:bodyPr anchor="t"/>
          <a:lstStyle>
            <a:lvl1pPr>
              <a:defRPr sz="1400"/>
            </a:lvl1pPr>
          </a:lstStyle>
          <a:p>
            <a:pPr lvl="0">
              <a:defRPr sz="1800" cap="none"/>
            </a:pPr>
            <a:r>
              <a:rPr sz="1400" cap="all"/>
              <a:t>Titeltext</a:t>
            </a:r>
          </a:p>
        </p:txBody>
      </p:sp>
      <p:sp>
        <p:nvSpPr>
          <p:cNvPr id="138" name="Shape 138"/>
          <p:cNvSpPr>
            <a:spLocks noGrp="1"/>
          </p:cNvSpPr>
          <p:nvPr>
            <p:ph type="body" idx="1"/>
          </p:nvPr>
        </p:nvSpPr>
        <p:spPr>
          <a:xfrm>
            <a:off x="359999" y="5924420"/>
            <a:ext cx="10486802" cy="933581"/>
          </a:xfrm>
          <a:prstGeom prst="rect">
            <a:avLst/>
          </a:prstGeom>
          <a:noFill/>
        </p:spPr>
        <p:txBody>
          <a:bodyPr/>
          <a:lstStyle>
            <a:lvl1pPr>
              <a:buSzPct val="100000"/>
              <a:buFont typeface="Arial"/>
              <a:buChar char="​"/>
              <a:defRPr sz="1400" cap="all">
                <a:solidFill>
                  <a:srgbClr val="000000"/>
                </a:solidFill>
              </a:defRPr>
            </a:lvl1pPr>
            <a:lvl2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2pPr>
            <a:lvl3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3pPr>
            <a:lvl4pPr>
              <a:buFont typeface="Arial"/>
              <a:defRPr sz="1400" cap="all">
                <a:solidFill>
                  <a:srgbClr val="000000"/>
                </a:solidFill>
              </a:defRPr>
            </a:lvl4pPr>
            <a:lvl5pPr>
              <a:buFont typeface="Arial"/>
              <a:defRPr sz="1400" cap="all">
                <a:solidFill>
                  <a:srgbClr val="000000"/>
                </a:solidFill>
              </a:defRPr>
            </a:lvl5pPr>
          </a:lstStyle>
          <a:p>
            <a:pPr lvl="0">
              <a:defRPr sz="1800" cap="none"/>
            </a:pPr>
            <a:r>
              <a:rPr sz="1400" cap="all"/>
              <a:t>Textebene 1</a:t>
            </a:r>
          </a:p>
          <a:p>
            <a:pPr lvl="1">
              <a:defRPr sz="1800" cap="none"/>
            </a:pPr>
            <a:r>
              <a:rPr sz="1400" cap="all"/>
              <a:t>Textebene 2</a:t>
            </a:r>
          </a:p>
          <a:p>
            <a:pPr lvl="2">
              <a:defRPr sz="1800" cap="none"/>
            </a:pPr>
            <a:r>
              <a:rPr sz="1400" cap="all"/>
              <a:t>Textebene 3</a:t>
            </a:r>
          </a:p>
          <a:p>
            <a:pPr lvl="3">
              <a:defRPr sz="1800" cap="none"/>
            </a:pPr>
            <a:r>
              <a:rPr sz="1400" cap="all"/>
              <a:t>Textebene 4</a:t>
            </a:r>
          </a:p>
          <a:p>
            <a:pPr lvl="4">
              <a:defRPr sz="1800" cap="none"/>
            </a:pPr>
            <a:r>
              <a:rPr sz="1400" cap="all"/>
              <a:t>Textebene 5</a:t>
            </a:r>
          </a:p>
        </p:txBody>
      </p:sp>
      <p:sp>
        <p:nvSpPr>
          <p:cNvPr id="139" name="Shape 139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Fac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141"/>
          <p:cNvSpPr>
            <a:spLocks noGrp="1"/>
          </p:cNvSpPr>
          <p:nvPr>
            <p:ph type="title"/>
          </p:nvPr>
        </p:nvSpPr>
        <p:spPr>
          <a:xfrm>
            <a:off x="360000" y="359999"/>
            <a:ext cx="7526702" cy="180001"/>
          </a:xfrm>
          <a:prstGeom prst="rect">
            <a:avLst/>
          </a:prstGeom>
        </p:spPr>
        <p:txBody>
          <a:bodyPr anchor="t"/>
          <a:lstStyle>
            <a:lvl1pPr>
              <a:defRPr sz="1400"/>
            </a:lvl1pPr>
          </a:lstStyle>
          <a:p>
            <a:pPr lvl="0">
              <a:defRPr sz="1800" cap="none"/>
            </a:pPr>
            <a:r>
              <a:rPr sz="1400" cap="all"/>
              <a:t>Titeltext</a:t>
            </a:r>
          </a:p>
        </p:txBody>
      </p:sp>
      <p:sp>
        <p:nvSpPr>
          <p:cNvPr id="142" name="Shape 142"/>
          <p:cNvSpPr>
            <a:spLocks noGrp="1"/>
          </p:cNvSpPr>
          <p:nvPr>
            <p:ph type="body" idx="1"/>
          </p:nvPr>
        </p:nvSpPr>
        <p:spPr>
          <a:xfrm>
            <a:off x="360000" y="539999"/>
            <a:ext cx="7526702" cy="1876501"/>
          </a:xfrm>
          <a:prstGeom prst="rect">
            <a:avLst/>
          </a:prstGeom>
          <a:noFill/>
        </p:spPr>
        <p:txBody>
          <a:bodyPr/>
          <a:lstStyle>
            <a:lvl1pPr>
              <a:buSzPct val="100000"/>
              <a:buFont typeface="Arial"/>
              <a:buChar char="​"/>
              <a:defRPr sz="1400" cap="all">
                <a:solidFill>
                  <a:srgbClr val="000000"/>
                </a:solidFill>
              </a:defRPr>
            </a:lvl1pPr>
            <a:lvl2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2pPr>
            <a:lvl3pPr marL="0" indent="0">
              <a:buFont typeface="Arial"/>
              <a:buChar char="​"/>
              <a:defRPr sz="1400" cap="all">
                <a:solidFill>
                  <a:srgbClr val="000000"/>
                </a:solidFill>
              </a:defRPr>
            </a:lvl3pPr>
            <a:lvl4pPr>
              <a:buFont typeface="Arial"/>
              <a:defRPr sz="1400" cap="all">
                <a:solidFill>
                  <a:srgbClr val="000000"/>
                </a:solidFill>
              </a:defRPr>
            </a:lvl4pPr>
            <a:lvl5pPr>
              <a:buFont typeface="Arial"/>
              <a:defRPr sz="1400" cap="all">
                <a:solidFill>
                  <a:srgbClr val="000000"/>
                </a:solidFill>
              </a:defRPr>
            </a:lvl5pPr>
          </a:lstStyle>
          <a:p>
            <a:pPr lvl="0">
              <a:defRPr sz="1800" cap="none"/>
            </a:pPr>
            <a:r>
              <a:rPr sz="1400" cap="all"/>
              <a:t>Textebene 1</a:t>
            </a:r>
          </a:p>
          <a:p>
            <a:pPr lvl="1">
              <a:defRPr sz="1800" cap="none"/>
            </a:pPr>
            <a:r>
              <a:rPr sz="1400" cap="all"/>
              <a:t>Textebene 2</a:t>
            </a:r>
          </a:p>
          <a:p>
            <a:pPr lvl="2">
              <a:defRPr sz="1800" cap="none"/>
            </a:pPr>
            <a:r>
              <a:rPr sz="1400" cap="all"/>
              <a:t>Textebene 3</a:t>
            </a:r>
          </a:p>
          <a:p>
            <a:pPr lvl="3">
              <a:defRPr sz="1800" cap="none"/>
            </a:pPr>
            <a:r>
              <a:rPr sz="1400" cap="all"/>
              <a:t>Textebene 4</a:t>
            </a:r>
          </a:p>
          <a:p>
            <a:pPr lvl="4">
              <a:defRPr sz="1800" cap="none"/>
            </a:pPr>
            <a:r>
              <a:rPr sz="1400" cap="all"/>
              <a:t>Textebene 5</a:t>
            </a:r>
          </a:p>
        </p:txBody>
      </p:sp>
      <p:sp>
        <p:nvSpPr>
          <p:cNvPr id="143" name="Shape 143"/>
          <p:cNvSpPr/>
          <p:nvPr/>
        </p:nvSpPr>
        <p:spPr>
          <a:xfrm>
            <a:off x="8247061" y="359999"/>
            <a:ext cx="3584938" cy="6137640"/>
          </a:xfrm>
          <a:prstGeom prst="rect">
            <a:avLst/>
          </a:prstGeom>
          <a:solidFill>
            <a:srgbClr val="EEECEA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4" name="Shape 14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Fact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hape 146"/>
          <p:cNvSpPr/>
          <p:nvPr/>
        </p:nvSpPr>
        <p:spPr>
          <a:xfrm>
            <a:off x="358775" y="358774"/>
            <a:ext cx="5562001" cy="5569941"/>
          </a:xfrm>
          <a:prstGeom prst="rect">
            <a:avLst/>
          </a:prstGeom>
          <a:solidFill>
            <a:srgbClr val="EEECEA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7" name="Shape 147"/>
          <p:cNvSpPr>
            <a:spLocks noGrp="1"/>
          </p:cNvSpPr>
          <p:nvPr>
            <p:ph type="body" idx="1"/>
          </p:nvPr>
        </p:nvSpPr>
        <p:spPr>
          <a:xfrm>
            <a:off x="538775" y="540668"/>
            <a:ext cx="5202002" cy="2861332"/>
          </a:xfrm>
          <a:prstGeom prst="rect">
            <a:avLst/>
          </a:prstGeom>
          <a:noFill/>
        </p:spPr>
        <p:txBody>
          <a:bodyPr/>
          <a:lstStyle>
            <a:lvl1pPr>
              <a:defRPr sz="800">
                <a:solidFill>
                  <a:srgbClr val="000000"/>
                </a:solidFill>
              </a:defRPr>
            </a:lvl1pPr>
            <a:lvl2pPr marL="0" indent="269999">
              <a:buSzTx/>
              <a:buNone/>
              <a:defRPr sz="800">
                <a:solidFill>
                  <a:srgbClr val="000000"/>
                </a:solidFill>
              </a:defRPr>
            </a:lvl2pPr>
            <a:lvl3pPr marL="0" indent="539999">
              <a:buSzTx/>
              <a:buNone/>
              <a:defRPr sz="800">
                <a:solidFill>
                  <a:srgbClr val="000000"/>
                </a:solidFill>
              </a:defRPr>
            </a:lvl3pPr>
            <a:lvl4pPr>
              <a:buSzTx/>
              <a:buNone/>
              <a:defRPr sz="800">
                <a:solidFill>
                  <a:srgbClr val="000000"/>
                </a:solidFill>
              </a:defRPr>
            </a:lvl4pPr>
            <a:lvl5pPr>
              <a:buSzTx/>
              <a:buNone/>
              <a:defRPr sz="800">
                <a:solidFill>
                  <a:srgbClr val="000000"/>
                </a:solidFill>
              </a:defRPr>
            </a:lvl5pPr>
          </a:lstStyle>
          <a:p>
            <a:pPr lvl="0">
              <a:defRPr sz="1800"/>
            </a:pPr>
            <a:r>
              <a:rPr sz="800"/>
              <a:t>Textebene 1</a:t>
            </a:r>
          </a:p>
          <a:p>
            <a:pPr lvl="1">
              <a:defRPr sz="1800"/>
            </a:pPr>
            <a:r>
              <a:rPr sz="800"/>
              <a:t>Textebene 2</a:t>
            </a:r>
          </a:p>
          <a:p>
            <a:pPr lvl="2">
              <a:defRPr sz="1800"/>
            </a:pPr>
            <a:r>
              <a:rPr sz="800"/>
              <a:t>Textebene 3</a:t>
            </a:r>
          </a:p>
          <a:p>
            <a:pPr lvl="3">
              <a:defRPr sz="1800"/>
            </a:pPr>
            <a:r>
              <a:rPr sz="800"/>
              <a:t>Textebene 4</a:t>
            </a:r>
          </a:p>
          <a:p>
            <a:pPr lvl="4">
              <a:defRPr sz="1800"/>
            </a:pPr>
            <a:r>
              <a:rPr sz="800"/>
              <a:t>Textebene 5</a:t>
            </a:r>
          </a:p>
        </p:txBody>
      </p:sp>
      <p:sp>
        <p:nvSpPr>
          <p:cNvPr id="148" name="Shape 148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utro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Shape 150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  <a:solidFill>
            <a:srgbClr val="2E5558"/>
          </a:solidFill>
        </p:spPr>
        <p:txBody>
          <a:bodyPr/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1</a:t>
            </a:r>
          </a:p>
          <a:p>
            <a:pPr lvl="1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2</a:t>
            </a:r>
          </a:p>
          <a:p>
            <a:pPr lvl="2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3</a:t>
            </a:r>
          </a:p>
          <a:p>
            <a:pPr lvl="3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4</a:t>
            </a:r>
          </a:p>
          <a:p>
            <a:pPr lvl="4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5</a:t>
            </a:r>
          </a:p>
        </p:txBody>
      </p:sp>
      <p:sp>
        <p:nvSpPr>
          <p:cNvPr id="151" name="Shape 151"/>
          <p:cNvSpPr>
            <a:spLocks noGrp="1"/>
          </p:cNvSpPr>
          <p:nvPr>
            <p:ph type="title"/>
          </p:nvPr>
        </p:nvSpPr>
        <p:spPr>
          <a:xfrm>
            <a:off x="671975" y="1439999"/>
            <a:ext cx="7575088" cy="3924002"/>
          </a:xfrm>
          <a:prstGeom prst="rect">
            <a:avLst/>
          </a:prstGeom>
        </p:spPr>
        <p:txBody>
          <a:bodyPr/>
          <a:lstStyle>
            <a:lvl1pPr>
              <a:defRPr sz="8000">
                <a:solidFill>
                  <a:srgbClr val="E4E4DC"/>
                </a:solidFill>
              </a:defRPr>
            </a:lvl1pPr>
          </a:lstStyle>
          <a:p>
            <a:pPr lvl="0">
              <a:defRPr sz="1800" cap="none">
                <a:solidFill>
                  <a:srgbClr val="000000"/>
                </a:solidFill>
              </a:defRPr>
            </a:pPr>
            <a:r>
              <a:rPr sz="8000" cap="all">
                <a:solidFill>
                  <a:srgbClr val="E4E4DC"/>
                </a:solidFill>
              </a:rPr>
              <a:t>Titeltext</a:t>
            </a:r>
          </a:p>
        </p:txBody>
      </p:sp>
      <p:sp>
        <p:nvSpPr>
          <p:cNvPr id="152" name="Shape 152"/>
          <p:cNvSpPr/>
          <p:nvPr/>
        </p:nvSpPr>
        <p:spPr>
          <a:xfrm>
            <a:off x="-1775505" y="358775"/>
            <a:ext cx="1534161" cy="1066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000"/>
            </a:lvl1pPr>
          </a:lstStyle>
          <a:p>
            <a:pPr lvl="0">
              <a:defRPr sz="1800"/>
            </a:pPr>
            <a:r>
              <a:rPr sz="1000"/>
              <a:t>Change the background and/or logo color by clicking on the background/logo and choose a color from the Color Theme or Custom Colors:</a:t>
            </a:r>
          </a:p>
        </p:txBody>
      </p:sp>
      <p:pic>
        <p:nvPicPr>
          <p:cNvPr id="153" name="image2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-1783171" y="1495132"/>
            <a:ext cx="698170" cy="21913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4" name="image1.png"/>
          <p:cNvPicPr/>
          <p:nvPr/>
        </p:nvPicPr>
        <p:blipFill>
          <a:blip r:embed="rId3"/>
          <a:srcRect b="53289"/>
          <a:stretch>
            <a:fillRect/>
          </a:stretch>
        </p:blipFill>
        <p:spPr>
          <a:xfrm>
            <a:off x="-1784509" y="1787710"/>
            <a:ext cx="1150576" cy="1698796"/>
          </a:xfrm>
          <a:prstGeom prst="rect">
            <a:avLst/>
          </a:prstGeom>
          <a:ln w="12700">
            <a:miter lim="400000"/>
          </a:ln>
        </p:spPr>
      </p:pic>
      <p:sp>
        <p:nvSpPr>
          <p:cNvPr id="155" name="Shape 155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E4E4DC"/>
                </a:solidFill>
              </a:defRPr>
            </a:lvl1pPr>
          </a:lstStyle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utro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hape 157"/>
          <p:cNvSpPr>
            <a:spLocks noGrp="1"/>
          </p:cNvSpPr>
          <p:nvPr>
            <p:ph type="title"/>
          </p:nvPr>
        </p:nvSpPr>
        <p:spPr>
          <a:xfrm>
            <a:off x="671975" y="0"/>
            <a:ext cx="7575088" cy="5364001"/>
          </a:xfrm>
          <a:prstGeom prst="rect">
            <a:avLst/>
          </a:prstGeom>
        </p:spPr>
        <p:txBody>
          <a:bodyPr/>
          <a:lstStyle>
            <a:lvl1pPr>
              <a:defRPr sz="8000">
                <a:solidFill>
                  <a:srgbClr val="3E5659"/>
                </a:solidFill>
              </a:defRPr>
            </a:lvl1pPr>
          </a:lstStyle>
          <a:p>
            <a:pPr lvl="0">
              <a:defRPr sz="1800" cap="none">
                <a:solidFill>
                  <a:srgbClr val="000000"/>
                </a:solidFill>
              </a:defRPr>
            </a:pPr>
            <a:r>
              <a:rPr sz="8000" cap="all">
                <a:solidFill>
                  <a:srgbClr val="3E5659"/>
                </a:solidFill>
              </a:rPr>
              <a:t>Titeltext</a:t>
            </a:r>
          </a:p>
        </p:txBody>
      </p:sp>
      <p:sp>
        <p:nvSpPr>
          <p:cNvPr id="158" name="Shape 158"/>
          <p:cNvSpPr>
            <a:spLocks noGrp="1"/>
          </p:cNvSpPr>
          <p:nvPr>
            <p:ph type="body" idx="1"/>
          </p:nvPr>
        </p:nvSpPr>
        <p:spPr>
          <a:xfrm>
            <a:off x="9859799" y="1092143"/>
            <a:ext cx="1247200" cy="1952204"/>
          </a:xfrm>
          <a:prstGeom prst="rect">
            <a:avLst/>
          </a:prstGeom>
          <a:solidFill>
            <a:srgbClr val="3E5659"/>
          </a:solidFill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>
              <a:defRPr sz="1800"/>
            </a:pPr>
            <a:r>
              <a:rPr sz="100"/>
              <a:t>Textebene 1</a:t>
            </a:r>
          </a:p>
          <a:p>
            <a:pPr lvl="1">
              <a:defRPr sz="1800"/>
            </a:pPr>
            <a:r>
              <a:rPr sz="100"/>
              <a:t>Textebene 2</a:t>
            </a:r>
          </a:p>
          <a:p>
            <a:pPr lvl="2">
              <a:defRPr sz="1800"/>
            </a:pPr>
            <a:r>
              <a:rPr sz="100"/>
              <a:t>Textebene 3</a:t>
            </a:r>
          </a:p>
          <a:p>
            <a:pPr lvl="3">
              <a:defRPr sz="1800"/>
            </a:pPr>
            <a:r>
              <a:rPr sz="100"/>
              <a:t>Textebene 4</a:t>
            </a:r>
          </a:p>
          <a:p>
            <a:pPr lvl="4">
              <a:defRPr sz="1800"/>
            </a:pPr>
            <a:r>
              <a:rPr sz="100"/>
              <a:t>Textebene 5</a:t>
            </a:r>
          </a:p>
        </p:txBody>
      </p:sp>
      <p:sp>
        <p:nvSpPr>
          <p:cNvPr id="159" name="Shape 159"/>
          <p:cNvSpPr>
            <a:spLocks noGrp="1"/>
          </p:cNvSpPr>
          <p:nvPr>
            <p:ph type="sldNum" sz="quarter" idx="2"/>
          </p:nvPr>
        </p:nvSpPr>
        <p:spPr>
          <a:xfrm>
            <a:off x="359999" y="6367429"/>
            <a:ext cx="625840" cy="127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E5659"/>
                </a:solidFill>
              </a:defRPr>
            </a:lvl1pPr>
          </a:lstStyle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User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Shape 167"/>
          <p:cNvSpPr/>
          <p:nvPr/>
        </p:nvSpPr>
        <p:spPr>
          <a:xfrm>
            <a:off x="358774" y="358775"/>
            <a:ext cx="11109323" cy="482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3200">
                <a:latin typeface="Euclid Flex Medium"/>
                <a:ea typeface="Euclid Flex Medium"/>
                <a:cs typeface="Euclid Flex Medium"/>
                <a:sym typeface="Euclid Flex Medium"/>
              </a:defRPr>
            </a:lvl1pPr>
          </a:lstStyle>
          <a:p>
            <a:pPr lvl="0">
              <a:defRPr sz="1800"/>
            </a:pPr>
            <a:r>
              <a:rPr sz="3200"/>
              <a:t>TIPS &amp; TRICKS - YOUR USER GUIDE</a:t>
            </a:r>
          </a:p>
        </p:txBody>
      </p:sp>
      <p:sp>
        <p:nvSpPr>
          <p:cNvPr id="168" name="Shape 168"/>
          <p:cNvSpPr/>
          <p:nvPr/>
        </p:nvSpPr>
        <p:spPr>
          <a:xfrm>
            <a:off x="372257" y="1606549"/>
            <a:ext cx="2448000" cy="3797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/>
          <a:p>
            <a:pPr lvl="0">
              <a:spcBef>
                <a:spcPts val="600"/>
              </a:spcBef>
            </a:pPr>
            <a:r>
              <a:rPr sz="1600"/>
              <a:t>TEXT STYLES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Use the </a:t>
            </a:r>
            <a:r>
              <a:rPr sz="900" b="1"/>
              <a:t>TAB</a:t>
            </a:r>
            <a:r>
              <a:rPr sz="900"/>
              <a:t>-key to jump through </a:t>
            </a:r>
            <a:br>
              <a:rPr sz="900"/>
            </a:br>
            <a:r>
              <a:rPr sz="900"/>
              <a:t>levels. Click </a:t>
            </a:r>
            <a:r>
              <a:rPr sz="900" b="1"/>
              <a:t>ENTER</a:t>
            </a:r>
            <a:r>
              <a:rPr sz="900"/>
              <a:t>, then </a:t>
            </a:r>
            <a:r>
              <a:rPr sz="900" b="1"/>
              <a:t>TAB</a:t>
            </a:r>
            <a:r>
              <a:rPr sz="900"/>
              <a:t> to switch from one level to the next level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To go back in levels use </a:t>
            </a:r>
            <a:r>
              <a:rPr sz="900" b="1"/>
              <a:t>SHIFT-TAB</a:t>
            </a:r>
            <a:endParaRPr sz="900" b="1">
              <a:latin typeface="+mn-lt"/>
              <a:ea typeface="+mn-ea"/>
              <a:cs typeface="+mn-cs"/>
              <a:sym typeface="Helvetica"/>
            </a:endParaRPr>
          </a:p>
          <a:p>
            <a:pPr lvl="0">
              <a:spcBef>
                <a:spcPts val="600"/>
              </a:spcBef>
            </a:pPr>
            <a:r>
              <a:rPr sz="900"/>
              <a:t>Alternatively, </a:t>
            </a:r>
            <a:r>
              <a:rPr sz="900" b="1"/>
              <a:t>Increase</a:t>
            </a:r>
            <a:r>
              <a:rPr sz="900"/>
              <a:t> and</a:t>
            </a:r>
            <a:br>
              <a:rPr sz="900"/>
            </a:br>
            <a:r>
              <a:rPr sz="900" b="1"/>
              <a:t>Decrease </a:t>
            </a:r>
            <a:r>
              <a:rPr sz="900"/>
              <a:t>list level can be used</a:t>
            </a:r>
            <a:br>
              <a:rPr sz="900"/>
            </a:br>
            <a:br>
              <a:rPr sz="900"/>
            </a:br>
            <a:r>
              <a:rPr sz="900" b="1"/>
              <a:t>Reset slide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Click the </a:t>
            </a:r>
            <a:r>
              <a:rPr sz="900" b="1"/>
              <a:t>Reset </a:t>
            </a:r>
            <a:r>
              <a:rPr sz="900"/>
              <a:t>menu to reset position, size and formatting of the slide placeholders to their default settings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br>
              <a:rPr>
                <a:latin typeface="Arial"/>
                <a:ea typeface="Arial"/>
                <a:cs typeface="Arial"/>
                <a:sym typeface="Arial"/>
              </a:rPr>
            </a:br>
            <a:r>
              <a:rPr sz="1600"/>
              <a:t>SLIDES &amp; LAYOUTS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Click on the menu </a:t>
            </a:r>
            <a:r>
              <a:rPr sz="900" b="1"/>
              <a:t>New Slide </a:t>
            </a:r>
            <a:r>
              <a:rPr sz="900"/>
              <a:t>in the </a:t>
            </a:r>
            <a:r>
              <a:rPr sz="900" b="1"/>
              <a:t>Home</a:t>
            </a:r>
            <a:r>
              <a:rPr sz="900"/>
              <a:t> tab to insert a new slide</a:t>
            </a:r>
            <a:br>
              <a:rPr sz="900"/>
            </a:br>
            <a:br>
              <a:rPr sz="900"/>
            </a:br>
            <a:r>
              <a:rPr sz="900" b="1"/>
              <a:t>Change layout</a:t>
            </a:r>
            <a:endParaRPr sz="900"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Click on the arrow next to </a:t>
            </a:r>
            <a:r>
              <a:rPr sz="900" b="1"/>
              <a:t>Layout</a:t>
            </a:r>
            <a:br>
              <a:rPr sz="900" b="1"/>
            </a:br>
            <a:r>
              <a:rPr sz="900"/>
              <a:t>to view a dropdown menu of possible slide layouts</a:t>
            </a:r>
          </a:p>
        </p:txBody>
      </p:sp>
      <p:sp>
        <p:nvSpPr>
          <p:cNvPr id="169" name="Shape 169"/>
          <p:cNvSpPr/>
          <p:nvPr/>
        </p:nvSpPr>
        <p:spPr>
          <a:xfrm>
            <a:off x="4309819" y="1615900"/>
            <a:ext cx="2448001" cy="353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/>
          <a:p>
            <a:pPr lvl="0">
              <a:spcBef>
                <a:spcPts val="600"/>
              </a:spcBef>
            </a:pPr>
            <a:r>
              <a:rPr sz="1600"/>
              <a:t>PICTURES</a:t>
            </a:r>
            <a:endParaRPr sz="1600" b="1">
              <a:latin typeface="+mn-lt"/>
              <a:ea typeface="+mn-ea"/>
              <a:cs typeface="+mn-cs"/>
              <a:sym typeface="Helvetica"/>
            </a:endParaRPr>
          </a:p>
          <a:p>
            <a:pPr lvl="0">
              <a:spcBef>
                <a:spcPts val="600"/>
              </a:spcBef>
            </a:pPr>
            <a:r>
              <a:rPr sz="900"/>
              <a:t>On slides with pictureplaceholder, click on the icon and choose </a:t>
            </a:r>
            <a:r>
              <a:rPr sz="900" b="1"/>
              <a:t>Insert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1200"/>
              </a:spcBef>
            </a:pPr>
            <a:r>
              <a:rPr sz="900" b="1"/>
              <a:t>Crop picture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 b="1"/>
              <a:t>1. </a:t>
            </a:r>
            <a:r>
              <a:rPr sz="900"/>
              <a:t>Click </a:t>
            </a:r>
            <a:r>
              <a:rPr sz="900" b="1"/>
              <a:t>Crop</a:t>
            </a:r>
            <a:r>
              <a:rPr sz="900"/>
              <a:t> to change size or </a:t>
            </a:r>
            <a:br>
              <a:rPr sz="900"/>
            </a:br>
            <a:r>
              <a:rPr sz="900"/>
              <a:t>focus of the picture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 b="1"/>
              <a:t>2. </a:t>
            </a:r>
            <a:r>
              <a:rPr sz="900"/>
              <a:t>If you want to scale the picture, </a:t>
            </a:r>
            <a:br>
              <a:rPr sz="900"/>
            </a:br>
            <a:r>
              <a:rPr sz="900"/>
              <a:t>hold </a:t>
            </a:r>
            <a:r>
              <a:rPr sz="900" b="1"/>
              <a:t>SHIFT</a:t>
            </a:r>
            <a:r>
              <a:rPr sz="900"/>
              <a:t>-key down while </a:t>
            </a:r>
            <a:br>
              <a:rPr sz="900"/>
            </a:br>
            <a:r>
              <a:rPr sz="900"/>
              <a:t>dragging the corners of the picture</a:t>
            </a:r>
            <a:br>
              <a:rPr sz="900"/>
            </a:br>
            <a:endParaRPr sz="900"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 b="1"/>
              <a:t>HINT: </a:t>
            </a:r>
            <a:r>
              <a:rPr sz="900"/>
              <a:t>If you delete the picture and </a:t>
            </a:r>
            <a:br>
              <a:rPr sz="900"/>
            </a:br>
            <a:r>
              <a:rPr sz="900"/>
              <a:t>insert a new one, the picture may </a:t>
            </a:r>
            <a:br>
              <a:rPr sz="900"/>
            </a:br>
            <a:r>
              <a:rPr sz="900"/>
              <a:t>lie in front of the text or graphic.</a:t>
            </a:r>
            <a:br>
              <a:rPr sz="900"/>
            </a:br>
            <a:r>
              <a:rPr sz="900"/>
              <a:t>If this happens, select the picture, </a:t>
            </a:r>
            <a:br>
              <a:rPr sz="900"/>
            </a:br>
            <a:r>
              <a:rPr sz="900"/>
              <a:t>right-click and choose </a:t>
            </a:r>
            <a:r>
              <a:rPr sz="900" b="1"/>
              <a:t>Send to Back</a:t>
            </a:r>
            <a:endParaRPr sz="900" b="1">
              <a:latin typeface="+mn-lt"/>
              <a:ea typeface="+mn-ea"/>
              <a:cs typeface="+mn-cs"/>
              <a:sym typeface="Helvetica"/>
            </a:endParaRPr>
          </a:p>
          <a:p>
            <a:pPr lvl="0">
              <a:spcBef>
                <a:spcPts val="600"/>
              </a:spcBef>
            </a:pPr>
            <a:endParaRPr sz="900" b="1">
              <a:latin typeface="+mn-lt"/>
              <a:ea typeface="+mn-ea"/>
              <a:cs typeface="+mn-cs"/>
              <a:sym typeface="Helvetica"/>
            </a:endParaRPr>
          </a:p>
          <a:p>
            <a:pPr lvl="0">
              <a:spcBef>
                <a:spcPts val="600"/>
              </a:spcBef>
            </a:pPr>
            <a:r>
              <a:rPr sz="1600"/>
              <a:t>COLOR COMBINATIONS 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For inspirational color combinations please visit </a:t>
            </a:r>
            <a:r>
              <a:rPr sz="900">
                <a:hlinkClick r:id="rId2"/>
              </a:rPr>
              <a:t>www.muuto.com/color-list</a:t>
            </a:r>
          </a:p>
        </p:txBody>
      </p:sp>
      <p:sp>
        <p:nvSpPr>
          <p:cNvPr id="170" name="Shape 170"/>
          <p:cNvSpPr/>
          <p:nvPr/>
        </p:nvSpPr>
        <p:spPr>
          <a:xfrm>
            <a:off x="8247063" y="1606550"/>
            <a:ext cx="2448001" cy="453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/>
          <a:p>
            <a:pPr lvl="0">
              <a:spcBef>
                <a:spcPts val="600"/>
              </a:spcBef>
            </a:pPr>
            <a:r>
              <a:rPr sz="1600"/>
              <a:t>HEADER &amp; FOOTER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Do this at the very end to apply the changes on all slides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Click on </a:t>
            </a:r>
            <a:r>
              <a:rPr sz="900" b="1"/>
              <a:t>Header and Footer </a:t>
            </a:r>
            <a:r>
              <a:rPr sz="900"/>
              <a:t>in the </a:t>
            </a:r>
            <a:r>
              <a:rPr sz="900" b="1"/>
              <a:t>Insert</a:t>
            </a:r>
            <a:r>
              <a:rPr sz="900"/>
              <a:t> tab (write the desired text, click date or page number from or to)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Click </a:t>
            </a:r>
            <a:r>
              <a:rPr sz="900" b="1"/>
              <a:t>Apply to All </a:t>
            </a:r>
            <a:r>
              <a:rPr sz="900"/>
              <a:t>or </a:t>
            </a:r>
            <a:r>
              <a:rPr sz="900" b="1"/>
              <a:t>Apply</a:t>
            </a:r>
            <a:r>
              <a:rPr sz="900"/>
              <a:t> if only used on one slide</a:t>
            </a:r>
            <a:br>
              <a:rPr sz="900"/>
            </a:br>
            <a:endParaRPr sz="900"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1600"/>
              <a:t>GUIDES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Click the </a:t>
            </a:r>
            <a:r>
              <a:rPr sz="900" b="1"/>
              <a:t>View</a:t>
            </a:r>
            <a:r>
              <a:rPr sz="900"/>
              <a:t> tab and set tick mark next to </a:t>
            </a:r>
            <a:r>
              <a:rPr sz="900" b="1"/>
              <a:t>Guides</a:t>
            </a:r>
            <a:endParaRPr sz="900"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 b="1"/>
              <a:t>HINT: Alt + F9 </a:t>
            </a:r>
            <a:r>
              <a:rPr sz="900"/>
              <a:t>for quick view of guides</a:t>
            </a:r>
            <a:br>
              <a:rPr sz="900"/>
            </a:br>
            <a:r>
              <a:rPr sz="900" b="1"/>
              <a:t>Mac: </a:t>
            </a:r>
            <a:r>
              <a:rPr sz="900">
                <a:solidFill>
                  <a:srgbClr val="333333"/>
                </a:solidFill>
              </a:rPr>
              <a:t>⌘ </a:t>
            </a:r>
            <a:r>
              <a:rPr sz="900"/>
              <a:t>+ option + ctrl + G</a:t>
            </a:r>
            <a:br>
              <a:rPr sz="900"/>
            </a:br>
            <a:endParaRPr sz="900"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1600"/>
              <a:t>COPY/PASTE CONTENT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/>
              <a:t>When copying old content to your new presentation, 2 options are available: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lvl="0">
              <a:spcBef>
                <a:spcPts val="600"/>
              </a:spcBef>
            </a:pPr>
            <a:r>
              <a:rPr sz="900" b="1"/>
              <a:t>1. Best practice: </a:t>
            </a:r>
            <a:r>
              <a:rPr sz="900"/>
              <a:t>Create a slide in your new presentation and copy </a:t>
            </a:r>
            <a:r>
              <a:rPr sz="900" u="sng"/>
              <a:t>one</a:t>
            </a:r>
            <a:r>
              <a:rPr sz="900"/>
              <a:t> piece of content at a time (e.g. copy all text from </a:t>
            </a:r>
            <a:r>
              <a:rPr sz="900" u="sng"/>
              <a:t>one</a:t>
            </a:r>
            <a:r>
              <a:rPr sz="900"/>
              <a:t> textbox)</a:t>
            </a:r>
            <a:endParaRPr sz="900" b="1" u="sng">
              <a:latin typeface="+mn-lt"/>
              <a:ea typeface="+mn-ea"/>
              <a:cs typeface="+mn-cs"/>
              <a:sym typeface="Helvetica"/>
            </a:endParaRPr>
          </a:p>
          <a:p>
            <a:pPr lvl="0">
              <a:spcBef>
                <a:spcPts val="600"/>
              </a:spcBef>
            </a:pPr>
            <a:r>
              <a:rPr sz="900" b="1"/>
              <a:t>2. </a:t>
            </a:r>
            <a:r>
              <a:rPr sz="900"/>
              <a:t>Or copy an entire slide into your new presentation and then choose a fitting layout. Remember to delete the old, wrong layouts (go to View &gt; Slidemaster and delete them)</a:t>
            </a:r>
          </a:p>
        </p:txBody>
      </p:sp>
      <p:pic>
        <p:nvPicPr>
          <p:cNvPr id="171" name="image3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2765231" y="4943664"/>
            <a:ext cx="475429" cy="1767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72" name="image4.png"/>
          <p:cNvPicPr/>
          <p:nvPr/>
        </p:nvPicPr>
        <p:blipFill>
          <a:blip r:embed="rId4"/>
          <a:srcRect l="3901" t="45141" r="62601" b="9046"/>
          <a:stretch>
            <a:fillRect/>
          </a:stretch>
        </p:blipFill>
        <p:spPr>
          <a:xfrm>
            <a:off x="6537876" y="1898938"/>
            <a:ext cx="341205" cy="321708"/>
          </a:xfrm>
          <a:prstGeom prst="rect">
            <a:avLst/>
          </a:prstGeom>
          <a:ln w="12700">
            <a:miter lim="400000"/>
          </a:ln>
        </p:spPr>
      </p:pic>
      <p:pic>
        <p:nvPicPr>
          <p:cNvPr id="173" name="image5.png"/>
          <p:cNvPicPr/>
          <p:nvPr/>
        </p:nvPicPr>
        <p:blipFill>
          <a:blip r:embed="rId5"/>
          <a:stretch>
            <a:fillRect/>
          </a:stretch>
        </p:blipFill>
        <p:spPr>
          <a:xfrm>
            <a:off x="2765231" y="4126669"/>
            <a:ext cx="328882" cy="505502"/>
          </a:xfrm>
          <a:prstGeom prst="rect">
            <a:avLst/>
          </a:prstGeom>
          <a:ln w="12700">
            <a:miter lim="400000"/>
          </a:ln>
        </p:spPr>
      </p:pic>
      <p:pic>
        <p:nvPicPr>
          <p:cNvPr id="174" name="image6.png"/>
          <p:cNvPicPr/>
          <p:nvPr/>
        </p:nvPicPr>
        <p:blipFill>
          <a:blip r:embed="rId6"/>
          <a:stretch>
            <a:fillRect/>
          </a:stretch>
        </p:blipFill>
        <p:spPr>
          <a:xfrm>
            <a:off x="2767930" y="3393514"/>
            <a:ext cx="538466" cy="172842"/>
          </a:xfrm>
          <a:prstGeom prst="rect">
            <a:avLst/>
          </a:prstGeom>
          <a:ln w="12700">
            <a:miter lim="400000"/>
          </a:ln>
        </p:spPr>
      </p:pic>
      <p:pic>
        <p:nvPicPr>
          <p:cNvPr id="175" name="image7.png"/>
          <p:cNvPicPr/>
          <p:nvPr/>
        </p:nvPicPr>
        <p:blipFill>
          <a:blip r:embed="rId7"/>
          <a:stretch>
            <a:fillRect/>
          </a:stretch>
        </p:blipFill>
        <p:spPr>
          <a:xfrm>
            <a:off x="6614020" y="2617418"/>
            <a:ext cx="313789" cy="543901"/>
          </a:xfrm>
          <a:prstGeom prst="rect">
            <a:avLst/>
          </a:prstGeom>
          <a:ln w="12700">
            <a:miter lim="400000"/>
          </a:ln>
        </p:spPr>
      </p:pic>
      <p:pic>
        <p:nvPicPr>
          <p:cNvPr id="176" name="image8.png"/>
          <p:cNvPicPr/>
          <p:nvPr/>
        </p:nvPicPr>
        <p:blipFill>
          <a:blip r:embed="rId8"/>
          <a:stretch>
            <a:fillRect/>
          </a:stretch>
        </p:blipFill>
        <p:spPr>
          <a:xfrm>
            <a:off x="10888185" y="2144296"/>
            <a:ext cx="378294" cy="543367"/>
          </a:xfrm>
          <a:prstGeom prst="rect">
            <a:avLst/>
          </a:prstGeom>
          <a:ln w="12700">
            <a:miter lim="400000"/>
          </a:ln>
        </p:spPr>
      </p:pic>
      <p:pic>
        <p:nvPicPr>
          <p:cNvPr id="177" name="image9.png"/>
          <p:cNvPicPr/>
          <p:nvPr/>
        </p:nvPicPr>
        <p:blipFill>
          <a:blip r:embed="rId9"/>
          <a:stretch>
            <a:fillRect/>
          </a:stretch>
        </p:blipFill>
        <p:spPr>
          <a:xfrm>
            <a:off x="2765231" y="2682224"/>
            <a:ext cx="457144" cy="2571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&gt;Do not use layouts after this &gt;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Shape 17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/>
          <a:ln w="12700">
            <a:miter lim="400000"/>
          </a:ln>
        </p:spPr>
        <p:txBody>
          <a:bodyPr lIns="0" tIns="0" rIns="0" bIns="0" anchor="ctr"/>
          <a:lstStyle/>
          <a:p>
            <a:pPr lvl="0" algn="ctr">
              <a:spcBef>
                <a:spcPts val="600"/>
              </a:spcBef>
              <a:defRPr sz="1400"/>
            </a:pPr>
            <a:endParaRPr/>
          </a:p>
        </p:txBody>
      </p:sp>
      <p:sp>
        <p:nvSpPr>
          <p:cNvPr id="180" name="Shape 180"/>
          <p:cNvSpPr/>
          <p:nvPr/>
        </p:nvSpPr>
        <p:spPr>
          <a:xfrm>
            <a:off x="430212" y="656822"/>
            <a:ext cx="11356979" cy="336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/>
          <a:p>
            <a:pPr lvl="0" algn="ctr">
              <a:spcBef>
                <a:spcPts val="600"/>
              </a:spcBef>
            </a:pPr>
            <a:r>
              <a:rPr sz="4400">
                <a:solidFill>
                  <a:srgbClr val="FFFFFF"/>
                </a:solidFill>
              </a:rPr>
              <a:t>If you see any </a:t>
            </a:r>
            <a:r>
              <a:rPr sz="4400" b="1">
                <a:solidFill>
                  <a:srgbClr val="FFFFFF"/>
                </a:solidFill>
              </a:rPr>
              <a:t>layouts after this </a:t>
            </a:r>
            <a:r>
              <a:rPr sz="4400">
                <a:solidFill>
                  <a:srgbClr val="FFFFFF"/>
                </a:solidFill>
              </a:rPr>
              <a:t>one</a:t>
            </a:r>
            <a:r>
              <a:rPr sz="4400" b="1" i="1">
                <a:solidFill>
                  <a:srgbClr val="FFFFFF"/>
                </a:solidFill>
              </a:rPr>
              <a:t>,</a:t>
            </a:r>
            <a:br>
              <a:rPr sz="4400" b="1" i="1">
                <a:solidFill>
                  <a:srgbClr val="FFFFFF"/>
                </a:solidFill>
              </a:rPr>
            </a:br>
            <a:r>
              <a:rPr sz="4400">
                <a:solidFill>
                  <a:srgbClr val="FFFFFF"/>
                </a:solidFill>
              </a:rPr>
              <a:t>do not use them. These layouts </a:t>
            </a:r>
            <a:r>
              <a:rPr sz="4400" b="1">
                <a:solidFill>
                  <a:srgbClr val="FFFFFF"/>
                </a:solidFill>
              </a:rPr>
              <a:t>are not </a:t>
            </a:r>
            <a:r>
              <a:rPr sz="4400">
                <a:solidFill>
                  <a:srgbClr val="FFFFFF"/>
                </a:solidFill>
              </a:rPr>
              <a:t>part of our corporate template.</a:t>
            </a:r>
            <a:br>
              <a:rPr sz="4400">
                <a:solidFill>
                  <a:srgbClr val="FFFFFF"/>
                </a:solidFill>
              </a:rPr>
            </a:br>
            <a:br>
              <a:rPr sz="4400">
                <a:solidFill>
                  <a:srgbClr val="FFFFFF"/>
                </a:solidFill>
              </a:rPr>
            </a:br>
            <a:endParaRPr sz="4400">
              <a:solidFill>
                <a:srgbClr val="FFFFFF"/>
              </a:solidFill>
            </a:endParaRPr>
          </a:p>
        </p:txBody>
      </p:sp>
      <p:grpSp>
        <p:nvGrpSpPr>
          <p:cNvPr id="183" name="Group 183"/>
          <p:cNvGrpSpPr/>
          <p:nvPr/>
        </p:nvGrpSpPr>
        <p:grpSpPr>
          <a:xfrm>
            <a:off x="10755685" y="3110500"/>
            <a:ext cx="900704" cy="1466240"/>
            <a:chOff x="0" y="0"/>
            <a:chExt cx="900702" cy="1466239"/>
          </a:xfrm>
        </p:grpSpPr>
        <p:sp>
          <p:nvSpPr>
            <p:cNvPr id="181" name="Shape 181"/>
            <p:cNvSpPr/>
            <p:nvPr/>
          </p:nvSpPr>
          <p:spPr>
            <a:xfrm rot="13500000">
              <a:off x="-68043" y="331852"/>
              <a:ext cx="1036789" cy="236999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 algn="ctr">
                <a:spcBef>
                  <a:spcPts val="600"/>
                </a:spcBef>
                <a:defRPr sz="1400"/>
              </a:pPr>
              <a:endParaRPr/>
            </a:p>
          </p:txBody>
        </p:sp>
        <p:sp>
          <p:nvSpPr>
            <p:cNvPr id="182" name="Shape 182"/>
            <p:cNvSpPr/>
            <p:nvPr/>
          </p:nvSpPr>
          <p:spPr>
            <a:xfrm rot="18900000">
              <a:off x="-68043" y="897389"/>
              <a:ext cx="1036789" cy="236999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 algn="ctr">
                <a:spcBef>
                  <a:spcPts val="600"/>
                </a:spcBef>
                <a:defRPr sz="1400"/>
              </a:pPr>
              <a:endParaRPr/>
            </a:p>
          </p:txBody>
        </p:sp>
      </p:grpSp>
      <p:sp>
        <p:nvSpPr>
          <p:cNvPr id="184" name="Shape 184"/>
          <p:cNvSpPr/>
          <p:nvPr/>
        </p:nvSpPr>
        <p:spPr>
          <a:xfrm>
            <a:off x="430212" y="2588373"/>
            <a:ext cx="10152348" cy="2199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3800" b="1">
                <a:solidFill>
                  <a:srgbClr val="FFFFFF"/>
                </a:solidFill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13800" b="1">
                <a:solidFill>
                  <a:srgbClr val="FFFFFF"/>
                </a:solidFill>
              </a:rPr>
              <a:t>Do not use </a:t>
            </a:r>
          </a:p>
        </p:txBody>
      </p:sp>
      <p:sp>
        <p:nvSpPr>
          <p:cNvPr id="185" name="Shape 185"/>
          <p:cNvSpPr/>
          <p:nvPr/>
        </p:nvSpPr>
        <p:spPr>
          <a:xfrm>
            <a:off x="430213" y="5186455"/>
            <a:ext cx="11356976" cy="99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/>
          <a:p>
            <a:pPr lvl="0" algn="ctr">
              <a:spcBef>
                <a:spcPts val="600"/>
              </a:spcBef>
            </a:pPr>
            <a:r>
              <a:rPr sz="2000">
                <a:solidFill>
                  <a:srgbClr val="FFFFFF"/>
                </a:solidFill>
              </a:rPr>
              <a:t>Due to PowerPoint’s standard Copy/Paste functionality extra undesirable layouts can appear.</a:t>
            </a:r>
          </a:p>
          <a:p>
            <a:pPr lvl="0" algn="ctr">
              <a:spcBef>
                <a:spcPts val="600"/>
              </a:spcBef>
            </a:pPr>
            <a:r>
              <a:rPr sz="2000">
                <a:solidFill>
                  <a:srgbClr val="FFFFFF"/>
                </a:solidFill>
              </a:rPr>
              <a:t>Also notice: Layouts after this might contain potential confidential information.</a:t>
            </a:r>
            <a:br>
              <a:rPr sz="2000">
                <a:solidFill>
                  <a:srgbClr val="FFFFFF"/>
                </a:solidFill>
              </a:rPr>
            </a:br>
            <a:endParaRPr sz="200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>
            <a:spLocks noGrp="1"/>
          </p:cNvSpPr>
          <p:nvPr>
            <p:ph type="body" idx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CE8DE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/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1</a:t>
            </a:r>
          </a:p>
          <a:p>
            <a:pPr lvl="1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2</a:t>
            </a:r>
          </a:p>
          <a:p>
            <a:pPr lvl="2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3</a:t>
            </a:r>
          </a:p>
          <a:p>
            <a:pPr lvl="3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4</a:t>
            </a:r>
          </a:p>
          <a:p>
            <a:pPr lvl="4">
              <a:defRPr sz="1800">
                <a:solidFill>
                  <a:srgbClr val="000000"/>
                </a:solidFill>
              </a:defRPr>
            </a:pPr>
            <a:r>
              <a:rPr sz="100">
                <a:solidFill>
                  <a:srgbClr val="FFFFFF"/>
                </a:solidFill>
              </a:rPr>
              <a:t>Textebene 5</a:t>
            </a:r>
          </a:p>
        </p:txBody>
      </p:sp>
      <p:sp>
        <p:nvSpPr>
          <p:cNvPr id="3" name="Shape 3"/>
          <p:cNvSpPr>
            <a:spLocks noGrp="1"/>
          </p:cNvSpPr>
          <p:nvPr>
            <p:ph type="title"/>
          </p:nvPr>
        </p:nvSpPr>
        <p:spPr>
          <a:xfrm>
            <a:off x="671975" y="1800000"/>
            <a:ext cx="3271376" cy="3384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 anchor="b"/>
          <a:lstStyle/>
          <a:p>
            <a:pPr lvl="0">
              <a:defRPr sz="1800" cap="none"/>
            </a:pPr>
            <a:r>
              <a:rPr sz="4800" cap="all"/>
              <a:t>Titeltext</a:t>
            </a:r>
          </a:p>
        </p:txBody>
      </p:sp>
      <p:sp>
        <p:nvSpPr>
          <p:cNvPr id="4" name="Shape 4"/>
          <p:cNvSpPr/>
          <p:nvPr/>
        </p:nvSpPr>
        <p:spPr>
          <a:xfrm>
            <a:off x="-1775505" y="358775"/>
            <a:ext cx="1534161" cy="762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0" tIns="0" rIns="0" bIns="0">
            <a:spAutoFit/>
          </a:bodyPr>
          <a:lstStyle>
            <a:lvl1pPr>
              <a:defRPr sz="1000"/>
            </a:lvl1pPr>
          </a:lstStyle>
          <a:p>
            <a:pPr lvl="0">
              <a:defRPr sz="1800"/>
            </a:pPr>
            <a:r>
              <a:rPr sz="1000"/>
              <a:t>Change the background color by clicking on the background and choose a color from the Color Theme or Custom Colors:</a:t>
            </a:r>
          </a:p>
        </p:txBody>
      </p:sp>
      <p:pic>
        <p:nvPicPr>
          <p:cNvPr id="5" name="image2.png"/>
          <p:cNvPicPr/>
          <p:nvPr/>
        </p:nvPicPr>
        <p:blipFill>
          <a:blip r:embed="rId24"/>
          <a:stretch>
            <a:fillRect/>
          </a:stretch>
        </p:blipFill>
        <p:spPr>
          <a:xfrm>
            <a:off x="-1783171" y="1220812"/>
            <a:ext cx="698170" cy="219134"/>
          </a:xfrm>
          <a:prstGeom prst="rect">
            <a:avLst/>
          </a:prstGeom>
          <a:ln w="12700">
            <a:miter lim="400000"/>
          </a:ln>
        </p:spPr>
      </p:pic>
      <p:pic>
        <p:nvPicPr>
          <p:cNvPr id="6" name="image1.png"/>
          <p:cNvPicPr/>
          <p:nvPr/>
        </p:nvPicPr>
        <p:blipFill>
          <a:blip r:embed="rId25"/>
          <a:srcRect b="53289"/>
          <a:stretch>
            <a:fillRect/>
          </a:stretch>
        </p:blipFill>
        <p:spPr>
          <a:xfrm>
            <a:off x="-1784509" y="1787710"/>
            <a:ext cx="1150576" cy="1698796"/>
          </a:xfrm>
          <a:prstGeom prst="rect">
            <a:avLst/>
          </a:prstGeom>
          <a:ln w="12700">
            <a:miter lim="400000"/>
          </a:ln>
        </p:spPr>
      </p:pic>
      <p:sp>
        <p:nvSpPr>
          <p:cNvPr id="7" name="Shape 7"/>
          <p:cNvSpPr>
            <a:spLocks noGrp="1"/>
          </p:cNvSpPr>
          <p:nvPr>
            <p:ph type="sldNum" sz="quarter" idx="2"/>
          </p:nvPr>
        </p:nvSpPr>
        <p:spPr>
          <a:xfrm>
            <a:off x="359999" y="6368615"/>
            <a:ext cx="625840" cy="1270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b">
            <a:spAutoFit/>
          </a:bodyPr>
          <a:lstStyle>
            <a:lvl1pPr>
              <a:defRPr sz="800">
                <a:latin typeface="Euclid Flex Medium"/>
                <a:ea typeface="Euclid Flex Medium"/>
                <a:cs typeface="Euclid Flex Medium"/>
                <a:sym typeface="Euclid Flex Medium"/>
              </a:defRPr>
            </a:lvl1pPr>
          </a:lstStyle>
          <a:p>
            <a:pPr lvl="0"/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4" r:id="rId3"/>
    <p:sldLayoutId id="2147483655" r:id="rId4"/>
    <p:sldLayoutId id="2147483663" r:id="rId5"/>
    <p:sldLayoutId id="2147483666" r:id="rId6"/>
    <p:sldLayoutId id="2147483668" r:id="rId7"/>
    <p:sldLayoutId id="2147483669" r:id="rId8"/>
    <p:sldLayoutId id="2147483670" r:id="rId9"/>
    <p:sldLayoutId id="2147483671" r:id="rId10"/>
    <p:sldLayoutId id="2147483673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  <p:sldLayoutId id="2147483682" r:id="rId19"/>
    <p:sldLayoutId id="2147483683" r:id="rId20"/>
    <p:sldLayoutId id="2147483686" r:id="rId21"/>
    <p:sldLayoutId id="2147483687" r:id="rId22"/>
  </p:sldLayoutIdLst>
  <p:transition spd="med"/>
  <p:txStyles>
    <p:titleStyle>
      <a:lvl1pPr>
        <a:lnSpc>
          <a:spcPct val="83000"/>
        </a:lnSpc>
        <a:defRPr sz="4800" cap="all">
          <a:latin typeface="Euclid Flex Medium"/>
          <a:ea typeface="Euclid Flex Medium"/>
          <a:cs typeface="Euclid Flex Medium"/>
          <a:sym typeface="Euclid Flex Medium"/>
        </a:defRPr>
      </a:lvl1pPr>
      <a:lvl2pPr>
        <a:lnSpc>
          <a:spcPct val="83000"/>
        </a:lnSpc>
        <a:defRPr sz="4800" cap="all">
          <a:latin typeface="Euclid Flex Medium"/>
          <a:ea typeface="Euclid Flex Medium"/>
          <a:cs typeface="Euclid Flex Medium"/>
          <a:sym typeface="Euclid Flex Medium"/>
        </a:defRPr>
      </a:lvl2pPr>
      <a:lvl3pPr>
        <a:lnSpc>
          <a:spcPct val="83000"/>
        </a:lnSpc>
        <a:defRPr sz="4800" cap="all">
          <a:latin typeface="Euclid Flex Medium"/>
          <a:ea typeface="Euclid Flex Medium"/>
          <a:cs typeface="Euclid Flex Medium"/>
          <a:sym typeface="Euclid Flex Medium"/>
        </a:defRPr>
      </a:lvl3pPr>
      <a:lvl4pPr>
        <a:lnSpc>
          <a:spcPct val="83000"/>
        </a:lnSpc>
        <a:defRPr sz="4800" cap="all">
          <a:latin typeface="Euclid Flex Medium"/>
          <a:ea typeface="Euclid Flex Medium"/>
          <a:cs typeface="Euclid Flex Medium"/>
          <a:sym typeface="Euclid Flex Medium"/>
        </a:defRPr>
      </a:lvl4pPr>
      <a:lvl5pPr>
        <a:lnSpc>
          <a:spcPct val="83000"/>
        </a:lnSpc>
        <a:defRPr sz="4800" cap="all">
          <a:latin typeface="Euclid Flex Medium"/>
          <a:ea typeface="Euclid Flex Medium"/>
          <a:cs typeface="Euclid Flex Medium"/>
          <a:sym typeface="Euclid Flex Medium"/>
        </a:defRPr>
      </a:lvl5pPr>
      <a:lvl6pPr>
        <a:lnSpc>
          <a:spcPct val="83000"/>
        </a:lnSpc>
        <a:defRPr sz="4800" cap="all">
          <a:latin typeface="Euclid Flex Medium"/>
          <a:ea typeface="Euclid Flex Medium"/>
          <a:cs typeface="Euclid Flex Medium"/>
          <a:sym typeface="Euclid Flex Medium"/>
        </a:defRPr>
      </a:lvl6pPr>
      <a:lvl7pPr>
        <a:lnSpc>
          <a:spcPct val="83000"/>
        </a:lnSpc>
        <a:defRPr sz="4800" cap="all">
          <a:latin typeface="Euclid Flex Medium"/>
          <a:ea typeface="Euclid Flex Medium"/>
          <a:cs typeface="Euclid Flex Medium"/>
          <a:sym typeface="Euclid Flex Medium"/>
        </a:defRPr>
      </a:lvl7pPr>
      <a:lvl8pPr>
        <a:lnSpc>
          <a:spcPct val="83000"/>
        </a:lnSpc>
        <a:defRPr sz="4800" cap="all">
          <a:latin typeface="Euclid Flex Medium"/>
          <a:ea typeface="Euclid Flex Medium"/>
          <a:cs typeface="Euclid Flex Medium"/>
          <a:sym typeface="Euclid Flex Medium"/>
        </a:defRPr>
      </a:lvl8pPr>
      <a:lvl9pPr>
        <a:lnSpc>
          <a:spcPct val="83000"/>
        </a:lnSpc>
        <a:defRPr sz="4800" cap="all">
          <a:latin typeface="Euclid Flex Medium"/>
          <a:ea typeface="Euclid Flex Medium"/>
          <a:cs typeface="Euclid Flex Medium"/>
          <a:sym typeface="Euclid Flex Medium"/>
        </a:defRPr>
      </a:lvl9pPr>
    </p:titleStyle>
    <p:bodyStyle>
      <a:lvl1pPr>
        <a:lnSpc>
          <a:spcPct val="90000"/>
        </a:lnSpc>
        <a:spcBef>
          <a:spcPts val="600"/>
        </a:spcBef>
        <a:defRPr sz="100">
          <a:solidFill>
            <a:srgbClr val="FFFFFF"/>
          </a:solidFill>
          <a:latin typeface="Euclid Flex"/>
          <a:ea typeface="Euclid Flex"/>
          <a:cs typeface="Euclid Flex"/>
          <a:sym typeface="Euclid Flex"/>
        </a:defRPr>
      </a:lvl1pPr>
      <a:lvl2pPr marL="286874" indent="-16874">
        <a:lnSpc>
          <a:spcPct val="90000"/>
        </a:lnSpc>
        <a:spcBef>
          <a:spcPts val="600"/>
        </a:spcBef>
        <a:buSzPct val="100000"/>
        <a:buChar char="—"/>
        <a:defRPr sz="100">
          <a:solidFill>
            <a:srgbClr val="FFFFFF"/>
          </a:solidFill>
          <a:latin typeface="Euclid Flex"/>
          <a:ea typeface="Euclid Flex"/>
          <a:cs typeface="Euclid Flex"/>
          <a:sym typeface="Euclid Flex"/>
        </a:defRPr>
      </a:lvl2pPr>
      <a:lvl3pPr marL="556874" indent="-16874">
        <a:lnSpc>
          <a:spcPct val="90000"/>
        </a:lnSpc>
        <a:spcBef>
          <a:spcPts val="600"/>
        </a:spcBef>
        <a:buSzPct val="100000"/>
        <a:buChar char="—"/>
        <a:defRPr sz="100">
          <a:solidFill>
            <a:srgbClr val="FFFFFF"/>
          </a:solidFill>
          <a:latin typeface="Euclid Flex"/>
          <a:ea typeface="Euclid Flex"/>
          <a:cs typeface="Euclid Flex"/>
          <a:sym typeface="Euclid Flex"/>
        </a:defRPr>
      </a:lvl3pPr>
      <a:lvl4pPr>
        <a:lnSpc>
          <a:spcPct val="90000"/>
        </a:lnSpc>
        <a:spcBef>
          <a:spcPts val="600"/>
        </a:spcBef>
        <a:buSzPct val="100000"/>
        <a:buChar char="​"/>
        <a:defRPr sz="100">
          <a:solidFill>
            <a:srgbClr val="FFFFFF"/>
          </a:solidFill>
          <a:latin typeface="Euclid Flex"/>
          <a:ea typeface="Euclid Flex"/>
          <a:cs typeface="Euclid Flex"/>
          <a:sym typeface="Euclid Flex"/>
        </a:defRPr>
      </a:lvl4pPr>
      <a:lvl5pPr>
        <a:lnSpc>
          <a:spcPct val="90000"/>
        </a:lnSpc>
        <a:spcBef>
          <a:spcPts val="600"/>
        </a:spcBef>
        <a:buSzPct val="100000"/>
        <a:buChar char="​"/>
        <a:defRPr sz="100">
          <a:solidFill>
            <a:srgbClr val="FFFFFF"/>
          </a:solidFill>
          <a:latin typeface="Euclid Flex"/>
          <a:ea typeface="Euclid Flex"/>
          <a:cs typeface="Euclid Flex"/>
          <a:sym typeface="Euclid Flex"/>
        </a:defRPr>
      </a:lvl5pPr>
      <a:lvl6pPr marL="18000" indent="-18000">
        <a:lnSpc>
          <a:spcPct val="90000"/>
        </a:lnSpc>
        <a:spcBef>
          <a:spcPts val="600"/>
        </a:spcBef>
        <a:buSzPct val="100000"/>
        <a:buChar char="—"/>
        <a:defRPr sz="100">
          <a:solidFill>
            <a:srgbClr val="FFFFFF"/>
          </a:solidFill>
          <a:latin typeface="Euclid Flex"/>
          <a:ea typeface="Euclid Flex"/>
          <a:cs typeface="Euclid Flex"/>
          <a:sym typeface="Euclid Flex"/>
        </a:defRPr>
      </a:lvl6pPr>
      <a:lvl7pPr>
        <a:lnSpc>
          <a:spcPct val="90000"/>
        </a:lnSpc>
        <a:spcBef>
          <a:spcPts val="600"/>
        </a:spcBef>
        <a:buSzPct val="100000"/>
        <a:buChar char="​"/>
        <a:defRPr sz="100">
          <a:solidFill>
            <a:srgbClr val="FFFFFF"/>
          </a:solidFill>
          <a:latin typeface="Euclid Flex"/>
          <a:ea typeface="Euclid Flex"/>
          <a:cs typeface="Euclid Flex"/>
          <a:sym typeface="Euclid Flex"/>
        </a:defRPr>
      </a:lvl7pPr>
      <a:lvl8pPr>
        <a:lnSpc>
          <a:spcPct val="90000"/>
        </a:lnSpc>
        <a:spcBef>
          <a:spcPts val="600"/>
        </a:spcBef>
        <a:buSzPct val="100000"/>
        <a:buChar char="​"/>
        <a:defRPr sz="100">
          <a:solidFill>
            <a:srgbClr val="FFFFFF"/>
          </a:solidFill>
          <a:latin typeface="Euclid Flex"/>
          <a:ea typeface="Euclid Flex"/>
          <a:cs typeface="Euclid Flex"/>
          <a:sym typeface="Euclid Flex"/>
        </a:defRPr>
      </a:lvl8pPr>
      <a:lvl9pPr>
        <a:lnSpc>
          <a:spcPct val="90000"/>
        </a:lnSpc>
        <a:spcBef>
          <a:spcPts val="600"/>
        </a:spcBef>
        <a:buSzPct val="100000"/>
        <a:buChar char="​"/>
        <a:defRPr sz="100">
          <a:solidFill>
            <a:srgbClr val="FFFFFF"/>
          </a:solidFill>
          <a:latin typeface="Euclid Flex"/>
          <a:ea typeface="Euclid Flex"/>
          <a:cs typeface="Euclid Flex"/>
          <a:sym typeface="Euclid Flex"/>
        </a:defRPr>
      </a:lvl9pPr>
    </p:bodyStyle>
    <p:otherStyle>
      <a:lvl1pPr>
        <a:defRPr sz="800">
          <a:solidFill>
            <a:schemeClr val="tx1"/>
          </a:solidFill>
          <a:latin typeface="+mn-lt"/>
          <a:ea typeface="+mn-ea"/>
          <a:cs typeface="+mn-cs"/>
          <a:sym typeface="Euclid Flex Medium"/>
        </a:defRPr>
      </a:lvl1pPr>
      <a:lvl2pPr indent="457200">
        <a:defRPr sz="800">
          <a:solidFill>
            <a:schemeClr val="tx1"/>
          </a:solidFill>
          <a:latin typeface="+mn-lt"/>
          <a:ea typeface="+mn-ea"/>
          <a:cs typeface="+mn-cs"/>
          <a:sym typeface="Euclid Flex Medium"/>
        </a:defRPr>
      </a:lvl2pPr>
      <a:lvl3pPr indent="914400">
        <a:defRPr sz="800">
          <a:solidFill>
            <a:schemeClr val="tx1"/>
          </a:solidFill>
          <a:latin typeface="+mn-lt"/>
          <a:ea typeface="+mn-ea"/>
          <a:cs typeface="+mn-cs"/>
          <a:sym typeface="Euclid Flex Medium"/>
        </a:defRPr>
      </a:lvl3pPr>
      <a:lvl4pPr indent="1371600">
        <a:defRPr sz="800">
          <a:solidFill>
            <a:schemeClr val="tx1"/>
          </a:solidFill>
          <a:latin typeface="+mn-lt"/>
          <a:ea typeface="+mn-ea"/>
          <a:cs typeface="+mn-cs"/>
          <a:sym typeface="Euclid Flex Medium"/>
        </a:defRPr>
      </a:lvl4pPr>
      <a:lvl5pPr indent="1828800">
        <a:defRPr sz="800">
          <a:solidFill>
            <a:schemeClr val="tx1"/>
          </a:solidFill>
          <a:latin typeface="+mn-lt"/>
          <a:ea typeface="+mn-ea"/>
          <a:cs typeface="+mn-cs"/>
          <a:sym typeface="Euclid Flex Medium"/>
        </a:defRPr>
      </a:lvl5pPr>
      <a:lvl6pPr indent="2286000">
        <a:defRPr sz="800">
          <a:solidFill>
            <a:schemeClr val="tx1"/>
          </a:solidFill>
          <a:latin typeface="+mn-lt"/>
          <a:ea typeface="+mn-ea"/>
          <a:cs typeface="+mn-cs"/>
          <a:sym typeface="Euclid Flex Medium"/>
        </a:defRPr>
      </a:lvl6pPr>
      <a:lvl7pPr indent="2743200">
        <a:defRPr sz="800">
          <a:solidFill>
            <a:schemeClr val="tx1"/>
          </a:solidFill>
          <a:latin typeface="+mn-lt"/>
          <a:ea typeface="+mn-ea"/>
          <a:cs typeface="+mn-cs"/>
          <a:sym typeface="Euclid Flex Medium"/>
        </a:defRPr>
      </a:lvl7pPr>
      <a:lvl8pPr indent="3200400">
        <a:defRPr sz="800">
          <a:solidFill>
            <a:schemeClr val="tx1"/>
          </a:solidFill>
          <a:latin typeface="+mn-lt"/>
          <a:ea typeface="+mn-ea"/>
          <a:cs typeface="+mn-cs"/>
          <a:sym typeface="Euclid Flex Medium"/>
        </a:defRPr>
      </a:lvl8pPr>
      <a:lvl9pPr indent="3657600">
        <a:defRPr sz="800">
          <a:solidFill>
            <a:schemeClr val="tx1"/>
          </a:solidFill>
          <a:latin typeface="+mn-lt"/>
          <a:ea typeface="+mn-ea"/>
          <a:cs typeface="+mn-cs"/>
          <a:sym typeface="Euclid Flex Medium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C939A-9AFF-37D3-7455-2CADA666C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11DE14-28D1-198E-B192-ECE6B2C4D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L</a:t>
            </a:r>
            <a:r>
              <a:rPr lang="en-US"/>
              <a:t>IVING ROOM – SHOP THE LOOKS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129BD272-38F6-E436-CFD1-95B98A4E83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chemeClr val="tx1"/>
                </a:solidFill>
                <a:effectLst/>
              </a:rPr>
              <a:t>OVERVIEW</a:t>
            </a:r>
          </a:p>
          <a:p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8057E0D-B5D7-F8B7-B925-D99D8D7F0C01}"/>
              </a:ext>
            </a:extLst>
          </p:cNvPr>
          <p:cNvGrpSpPr/>
          <p:nvPr/>
        </p:nvGrpSpPr>
        <p:grpSpPr>
          <a:xfrm>
            <a:off x="215576" y="1235130"/>
            <a:ext cx="11736786" cy="1547114"/>
            <a:chOff x="357550" y="4950887"/>
            <a:chExt cx="11736786" cy="154711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43A0329-DD56-31BF-CE47-A4E893D16F14}"/>
                </a:ext>
              </a:extLst>
            </p:cNvPr>
            <p:cNvSpPr txBox="1"/>
            <p:nvPr/>
          </p:nvSpPr>
          <p:spPr>
            <a:xfrm>
              <a:off x="357550" y="4950887"/>
              <a:ext cx="2734725" cy="154711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noAutofit/>
            </a:bodyPr>
            <a:lstStyle/>
            <a:p>
              <a:r>
                <a:rPr lang="en-GB" sz="1800" dirty="0">
                  <a:solidFill>
                    <a:schemeClr val="tx1"/>
                  </a:solidFill>
                </a:rPr>
                <a:t>{{Rendering1}}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F7BB32D-413E-BDB3-1978-0532A90925EA}"/>
                </a:ext>
              </a:extLst>
            </p:cNvPr>
            <p:cNvSpPr txBox="1"/>
            <p:nvPr/>
          </p:nvSpPr>
          <p:spPr>
            <a:xfrm>
              <a:off x="3358237" y="4950887"/>
              <a:ext cx="2734725" cy="154711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noAutofit/>
            </a:bodyPr>
            <a:lstStyle/>
            <a:p>
              <a:r>
                <a:rPr lang="en-GB" sz="1800" dirty="0">
                  <a:solidFill>
                    <a:schemeClr val="tx1"/>
                  </a:solidFill>
                </a:rPr>
                <a:t>{{Rendering2}}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A03A8AB-2A0B-70D2-83DE-0EB950F1019F}"/>
                </a:ext>
              </a:extLst>
            </p:cNvPr>
            <p:cNvSpPr txBox="1"/>
            <p:nvPr/>
          </p:nvSpPr>
          <p:spPr>
            <a:xfrm>
              <a:off x="6358924" y="4950887"/>
              <a:ext cx="2734725" cy="154711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noAutofit/>
            </a:bodyPr>
            <a:lstStyle/>
            <a:p>
              <a:r>
                <a:rPr lang="en-GB" sz="1800" dirty="0">
                  <a:solidFill>
                    <a:schemeClr val="tx1"/>
                  </a:solidFill>
                </a:rPr>
                <a:t>{{Rendering3}}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E8AE316-B85B-C433-FD9B-181F3BB9D048}"/>
                </a:ext>
              </a:extLst>
            </p:cNvPr>
            <p:cNvSpPr txBox="1"/>
            <p:nvPr/>
          </p:nvSpPr>
          <p:spPr>
            <a:xfrm>
              <a:off x="9359611" y="4950887"/>
              <a:ext cx="2734725" cy="154711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noAutofit/>
            </a:bodyPr>
            <a:lstStyle/>
            <a:p>
              <a:r>
                <a:rPr lang="en-GB" sz="1800" dirty="0">
                  <a:solidFill>
                    <a:schemeClr val="tx1"/>
                  </a:solidFill>
                </a:rPr>
                <a:t>{{Rendering4}}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68E7192-D147-DECF-ED28-F745DFC64C8D}"/>
              </a:ext>
            </a:extLst>
          </p:cNvPr>
          <p:cNvGrpSpPr/>
          <p:nvPr/>
        </p:nvGrpSpPr>
        <p:grpSpPr>
          <a:xfrm>
            <a:off x="215576" y="3093008"/>
            <a:ext cx="11736786" cy="1547114"/>
            <a:chOff x="357550" y="4950887"/>
            <a:chExt cx="11736786" cy="1547114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AD889E4-BB5B-4D12-AAFB-76BAC5B4DEE9}"/>
                </a:ext>
              </a:extLst>
            </p:cNvPr>
            <p:cNvSpPr txBox="1"/>
            <p:nvPr/>
          </p:nvSpPr>
          <p:spPr>
            <a:xfrm>
              <a:off x="357550" y="4950887"/>
              <a:ext cx="2734725" cy="154711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noAutofit/>
            </a:bodyPr>
            <a:lstStyle/>
            <a:p>
              <a:r>
                <a:rPr lang="en-GB" sz="1800" dirty="0">
                  <a:solidFill>
                    <a:schemeClr val="tx1"/>
                  </a:solidFill>
                </a:rPr>
                <a:t>{{Rendering5}}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D539866-0BF9-6683-D9D3-E3D7A6B1C1C3}"/>
                </a:ext>
              </a:extLst>
            </p:cNvPr>
            <p:cNvSpPr txBox="1"/>
            <p:nvPr/>
          </p:nvSpPr>
          <p:spPr>
            <a:xfrm>
              <a:off x="3358237" y="4950887"/>
              <a:ext cx="2734725" cy="154711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noAutofit/>
            </a:bodyPr>
            <a:lstStyle/>
            <a:p>
              <a:r>
                <a:rPr lang="en-GB" sz="1800" dirty="0">
                  <a:solidFill>
                    <a:schemeClr val="tx1"/>
                  </a:solidFill>
                </a:rPr>
                <a:t>{{Rendering6}}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720FF5F-C758-F44C-78D1-10907C77910A}"/>
                </a:ext>
              </a:extLst>
            </p:cNvPr>
            <p:cNvSpPr txBox="1"/>
            <p:nvPr/>
          </p:nvSpPr>
          <p:spPr>
            <a:xfrm>
              <a:off x="6358924" y="4950887"/>
              <a:ext cx="2734725" cy="154711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noAutofit/>
            </a:bodyPr>
            <a:lstStyle/>
            <a:p>
              <a:r>
                <a:rPr lang="en-GB" sz="1800" dirty="0">
                  <a:solidFill>
                    <a:schemeClr val="tx1"/>
                  </a:solidFill>
                </a:rPr>
                <a:t>{{Rendering7}}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9AC3CF1-7CDB-14B1-2821-5DA6F9255D3A}"/>
                </a:ext>
              </a:extLst>
            </p:cNvPr>
            <p:cNvSpPr txBox="1"/>
            <p:nvPr/>
          </p:nvSpPr>
          <p:spPr>
            <a:xfrm>
              <a:off x="9359611" y="4950887"/>
              <a:ext cx="2734725" cy="154711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noAutofit/>
            </a:bodyPr>
            <a:lstStyle/>
            <a:p>
              <a:r>
                <a:rPr lang="en-GB" sz="1800" dirty="0">
                  <a:solidFill>
                    <a:schemeClr val="tx1"/>
                  </a:solidFill>
                </a:rPr>
                <a:t>{{Rendering8}}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37E8291-9067-AB87-6537-C7027D0A6668}"/>
              </a:ext>
            </a:extLst>
          </p:cNvPr>
          <p:cNvGrpSpPr/>
          <p:nvPr/>
        </p:nvGrpSpPr>
        <p:grpSpPr>
          <a:xfrm>
            <a:off x="227607" y="4950887"/>
            <a:ext cx="11736786" cy="1547114"/>
            <a:chOff x="357550" y="4950887"/>
            <a:chExt cx="11736786" cy="1547114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E05D57C-C72E-A224-DAC5-0CE94B38A08B}"/>
                </a:ext>
              </a:extLst>
            </p:cNvPr>
            <p:cNvSpPr txBox="1"/>
            <p:nvPr/>
          </p:nvSpPr>
          <p:spPr>
            <a:xfrm>
              <a:off x="357550" y="4950887"/>
              <a:ext cx="2734725" cy="154711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noAutofit/>
            </a:bodyPr>
            <a:lstStyle/>
            <a:p>
              <a:r>
                <a:rPr lang="en-GB" sz="1800" dirty="0">
                  <a:solidFill>
                    <a:schemeClr val="tx1"/>
                  </a:solidFill>
                </a:rPr>
                <a:t>{{Rendering9}}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51F4C3F-D89F-8BCB-ACD9-FB51F262A764}"/>
                </a:ext>
              </a:extLst>
            </p:cNvPr>
            <p:cNvSpPr txBox="1"/>
            <p:nvPr/>
          </p:nvSpPr>
          <p:spPr>
            <a:xfrm>
              <a:off x="3358237" y="4950887"/>
              <a:ext cx="2734725" cy="154711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noAutofit/>
            </a:bodyPr>
            <a:lstStyle/>
            <a:p>
              <a:r>
                <a:rPr lang="en-GB" sz="1800" dirty="0">
                  <a:solidFill>
                    <a:schemeClr val="tx1"/>
                  </a:solidFill>
                </a:rPr>
                <a:t>{{Rendering10}}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2DD8146-B72F-B3E6-3B1B-5EDEF91D426A}"/>
                </a:ext>
              </a:extLst>
            </p:cNvPr>
            <p:cNvSpPr txBox="1"/>
            <p:nvPr/>
          </p:nvSpPr>
          <p:spPr>
            <a:xfrm>
              <a:off x="6358924" y="4950887"/>
              <a:ext cx="2734725" cy="154711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noAutofit/>
            </a:bodyPr>
            <a:lstStyle/>
            <a:p>
              <a:r>
                <a:rPr lang="en-GB" sz="1800" dirty="0">
                  <a:solidFill>
                    <a:schemeClr val="tx1"/>
                  </a:solidFill>
                </a:rPr>
                <a:t>{{Rendering11}}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7D83DE3-1A9B-9D31-EA24-674E82B8DE65}"/>
                </a:ext>
              </a:extLst>
            </p:cNvPr>
            <p:cNvSpPr txBox="1"/>
            <p:nvPr/>
          </p:nvSpPr>
          <p:spPr>
            <a:xfrm>
              <a:off x="9359611" y="4950887"/>
              <a:ext cx="2734725" cy="154711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noAutofit/>
            </a:bodyPr>
            <a:lstStyle/>
            <a:p>
              <a:r>
                <a:rPr lang="en-GB" sz="1800">
                  <a:solidFill>
                    <a:schemeClr val="tx1"/>
                  </a:solidFill>
                </a:rPr>
                <a:t>{{Rendering12}}</a:t>
              </a:r>
              <a:endParaRPr lang="en-GB" sz="18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11992934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A2DD0-253D-A46A-8B60-4CECDEB0D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Shape 843">
            <a:extLst>
              <a:ext uri="{FF2B5EF4-FFF2-40B4-BE49-F238E27FC236}">
                <a16:creationId xmlns:a16="http://schemas.microsoft.com/office/drawing/2014/main" id="{9EAD78C1-B90E-5ADA-926A-90964D034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359999"/>
            <a:ext cx="11469600" cy="162002"/>
          </a:xfrm>
          <a:prstGeom prst="rect">
            <a:avLst/>
          </a:prstGeom>
        </p:spPr>
        <p:txBody>
          <a:bodyPr>
            <a:normAutofit/>
          </a:bodyPr>
          <a:lstStyle>
            <a:lvl1pPr defTabSz="704087">
              <a:defRPr sz="1078"/>
            </a:lvl1pPr>
          </a:lstStyle>
          <a:p>
            <a:pPr lvl="0">
              <a:defRPr sz="1800" cap="none"/>
            </a:pPr>
            <a:r>
              <a:rPr sz="1078" cap="all"/>
              <a:t>SHOP THE LOOK</a:t>
            </a:r>
          </a:p>
        </p:txBody>
      </p:sp>
      <p:sp>
        <p:nvSpPr>
          <p:cNvPr id="844" name="Shape 844">
            <a:extLst>
              <a:ext uri="{FF2B5EF4-FFF2-40B4-BE49-F238E27FC236}">
                <a16:creationId xmlns:a16="http://schemas.microsoft.com/office/drawing/2014/main" id="{835E21EB-F358-A13F-5A24-D0131E684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539999"/>
            <a:ext cx="11469600" cy="162001"/>
          </a:xfrm>
          <a:prstGeom prst="rect">
            <a:avLst/>
          </a:prstGeom>
        </p:spPr>
        <p:txBody>
          <a:bodyPr>
            <a:normAutofit/>
          </a:bodyPr>
          <a:lstStyle>
            <a:lvl1pPr defTabSz="704087">
              <a:spcBef>
                <a:spcPts val="400"/>
              </a:spcBef>
              <a:defRPr sz="1078"/>
            </a:lvl1pPr>
          </a:lstStyle>
          <a:p>
            <a:r>
              <a:rPr lang="en-GB" sz="1100" dirty="0">
                <a:solidFill>
                  <a:schemeClr val="tx1"/>
                </a:solidFill>
              </a:rPr>
              <a:t>{{</a:t>
            </a:r>
            <a:r>
              <a:rPr lang="en-GB" sz="1100" dirty="0" err="1">
                <a:solidFill>
                  <a:schemeClr val="tx1"/>
                </a:solidFill>
              </a:rPr>
              <a:t>SettingNAME</a:t>
            </a:r>
            <a:r>
              <a:rPr lang="en-GB" sz="1100" dirty="0">
                <a:solidFill>
                  <a:schemeClr val="tx1"/>
                </a:solidFill>
              </a:rPr>
              <a:t>}}</a:t>
            </a:r>
          </a:p>
        </p:txBody>
      </p:sp>
      <p:sp>
        <p:nvSpPr>
          <p:cNvPr id="859" name="Shape 859">
            <a:extLst>
              <a:ext uri="{FF2B5EF4-FFF2-40B4-BE49-F238E27FC236}">
                <a16:creationId xmlns:a16="http://schemas.microsoft.com/office/drawing/2014/main" id="{32C4BB6A-3294-EFEA-8CF4-2ED613D944ED}"/>
              </a:ext>
            </a:extLst>
          </p:cNvPr>
          <p:cNvSpPr/>
          <p:nvPr/>
        </p:nvSpPr>
        <p:spPr>
          <a:xfrm>
            <a:off x="6262875" y="23201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1}}</a:t>
            </a:r>
          </a:p>
        </p:txBody>
      </p:sp>
      <p:sp>
        <p:nvSpPr>
          <p:cNvPr id="860" name="Shape 860">
            <a:extLst>
              <a:ext uri="{FF2B5EF4-FFF2-40B4-BE49-F238E27FC236}">
                <a16:creationId xmlns:a16="http://schemas.microsoft.com/office/drawing/2014/main" id="{2E312DF5-29DB-6529-7DD1-887F102B2794}"/>
              </a:ext>
            </a:extLst>
          </p:cNvPr>
          <p:cNvSpPr/>
          <p:nvPr/>
        </p:nvSpPr>
        <p:spPr>
          <a:xfrm>
            <a:off x="7705606" y="23201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2}}</a:t>
            </a:r>
          </a:p>
        </p:txBody>
      </p:sp>
      <p:sp>
        <p:nvSpPr>
          <p:cNvPr id="861" name="Shape 861">
            <a:extLst>
              <a:ext uri="{FF2B5EF4-FFF2-40B4-BE49-F238E27FC236}">
                <a16:creationId xmlns:a16="http://schemas.microsoft.com/office/drawing/2014/main" id="{5DA2A25A-6265-BE6E-4A97-D1AE016B934E}"/>
              </a:ext>
            </a:extLst>
          </p:cNvPr>
          <p:cNvSpPr/>
          <p:nvPr/>
        </p:nvSpPr>
        <p:spPr>
          <a:xfrm>
            <a:off x="9148337" y="23201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3}}</a:t>
            </a:r>
          </a:p>
        </p:txBody>
      </p:sp>
      <p:sp>
        <p:nvSpPr>
          <p:cNvPr id="875" name="Shape 875">
            <a:extLst>
              <a:ext uri="{FF2B5EF4-FFF2-40B4-BE49-F238E27FC236}">
                <a16:creationId xmlns:a16="http://schemas.microsoft.com/office/drawing/2014/main" id="{34D0A036-F5A4-610F-78FA-7893C968EEA6}"/>
              </a:ext>
            </a:extLst>
          </p:cNvPr>
          <p:cNvSpPr/>
          <p:nvPr/>
        </p:nvSpPr>
        <p:spPr>
          <a:xfrm>
            <a:off x="3349792" y="4362476"/>
            <a:ext cx="2767891" cy="1846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/>
          <a:p>
            <a:r>
              <a:rPr lang="en-GB" sz="1200" b="1" dirty="0">
                <a:solidFill>
                  <a:schemeClr val="tx1"/>
                </a:solidFill>
              </a:rPr>
              <a:t>SHOP THE LOOK - {{SETTINGNAME}}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4A5725-93FD-16D0-EA85-66B41A1244BB}"/>
              </a:ext>
            </a:extLst>
          </p:cNvPr>
          <p:cNvSpPr txBox="1">
            <a:spLocks noChangeAspect="1"/>
          </p:cNvSpPr>
          <p:nvPr/>
        </p:nvSpPr>
        <p:spPr>
          <a:xfrm>
            <a:off x="6253940" y="10063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{{ProductPackshot1}}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99E01A-2759-22B3-DC3E-EC804BA52AA4}"/>
              </a:ext>
            </a:extLst>
          </p:cNvPr>
          <p:cNvSpPr txBox="1">
            <a:spLocks noChangeAspect="1"/>
          </p:cNvSpPr>
          <p:nvPr/>
        </p:nvSpPr>
        <p:spPr>
          <a:xfrm>
            <a:off x="7674274" y="10063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{{ProductPackshot2}}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735766-B36D-C230-3EFA-C1B03D3B96A1}"/>
              </a:ext>
            </a:extLst>
          </p:cNvPr>
          <p:cNvSpPr txBox="1">
            <a:spLocks noChangeAspect="1"/>
          </p:cNvSpPr>
          <p:nvPr/>
        </p:nvSpPr>
        <p:spPr>
          <a:xfrm>
            <a:off x="9094608" y="10063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{{ProductPackshot3}}</a:t>
            </a:r>
          </a:p>
        </p:txBody>
      </p:sp>
      <p:sp>
        <p:nvSpPr>
          <p:cNvPr id="22" name="Shape 861">
            <a:extLst>
              <a:ext uri="{FF2B5EF4-FFF2-40B4-BE49-F238E27FC236}">
                <a16:creationId xmlns:a16="http://schemas.microsoft.com/office/drawing/2014/main" id="{A9F72BBE-E4F9-4FC5-855A-0AFC74B1C5B4}"/>
              </a:ext>
            </a:extLst>
          </p:cNvPr>
          <p:cNvSpPr/>
          <p:nvPr/>
        </p:nvSpPr>
        <p:spPr>
          <a:xfrm>
            <a:off x="10591068" y="23201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4}}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9758E0-9050-AF15-E9ED-ED90B3F025B6}"/>
              </a:ext>
            </a:extLst>
          </p:cNvPr>
          <p:cNvSpPr txBox="1">
            <a:spLocks noChangeAspect="1"/>
          </p:cNvSpPr>
          <p:nvPr/>
        </p:nvSpPr>
        <p:spPr>
          <a:xfrm>
            <a:off x="10514942" y="10063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{{ProductPackshot4}}</a:t>
            </a:r>
          </a:p>
        </p:txBody>
      </p:sp>
      <p:sp>
        <p:nvSpPr>
          <p:cNvPr id="28" name="Shape 859">
            <a:extLst>
              <a:ext uri="{FF2B5EF4-FFF2-40B4-BE49-F238E27FC236}">
                <a16:creationId xmlns:a16="http://schemas.microsoft.com/office/drawing/2014/main" id="{A5F9179C-F2A0-1EF8-2852-20861081CEC2}"/>
              </a:ext>
            </a:extLst>
          </p:cNvPr>
          <p:cNvSpPr/>
          <p:nvPr/>
        </p:nvSpPr>
        <p:spPr>
          <a:xfrm>
            <a:off x="6255748" y="41360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5}}</a:t>
            </a:r>
          </a:p>
        </p:txBody>
      </p:sp>
      <p:sp>
        <p:nvSpPr>
          <p:cNvPr id="29" name="Shape 860">
            <a:extLst>
              <a:ext uri="{FF2B5EF4-FFF2-40B4-BE49-F238E27FC236}">
                <a16:creationId xmlns:a16="http://schemas.microsoft.com/office/drawing/2014/main" id="{BA5625BE-AB73-07DD-B726-530F77678C68}"/>
              </a:ext>
            </a:extLst>
          </p:cNvPr>
          <p:cNvSpPr/>
          <p:nvPr/>
        </p:nvSpPr>
        <p:spPr>
          <a:xfrm>
            <a:off x="7698479" y="41360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6}}</a:t>
            </a:r>
          </a:p>
        </p:txBody>
      </p:sp>
      <p:sp>
        <p:nvSpPr>
          <p:cNvPr id="30" name="Shape 861">
            <a:extLst>
              <a:ext uri="{FF2B5EF4-FFF2-40B4-BE49-F238E27FC236}">
                <a16:creationId xmlns:a16="http://schemas.microsoft.com/office/drawing/2014/main" id="{CF070172-313E-10E1-5B6B-66EE9055BD17}"/>
              </a:ext>
            </a:extLst>
          </p:cNvPr>
          <p:cNvSpPr/>
          <p:nvPr/>
        </p:nvSpPr>
        <p:spPr>
          <a:xfrm>
            <a:off x="9141210" y="41360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7}}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2A13CD-020E-2B39-338F-567DA9F7792C}"/>
              </a:ext>
            </a:extLst>
          </p:cNvPr>
          <p:cNvSpPr txBox="1">
            <a:spLocks noChangeAspect="1"/>
          </p:cNvSpPr>
          <p:nvPr/>
        </p:nvSpPr>
        <p:spPr>
          <a:xfrm>
            <a:off x="6246813" y="28222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{{ProductPackshot5}}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057467-3E4F-581A-B7ED-C232BB95D19B}"/>
              </a:ext>
            </a:extLst>
          </p:cNvPr>
          <p:cNvSpPr txBox="1">
            <a:spLocks noChangeAspect="1"/>
          </p:cNvSpPr>
          <p:nvPr/>
        </p:nvSpPr>
        <p:spPr>
          <a:xfrm>
            <a:off x="7667147" y="28222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{{ProductPackshot6}}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C87074-27BC-03BB-B208-1EB02E1DA77B}"/>
              </a:ext>
            </a:extLst>
          </p:cNvPr>
          <p:cNvSpPr txBox="1">
            <a:spLocks noChangeAspect="1"/>
          </p:cNvSpPr>
          <p:nvPr/>
        </p:nvSpPr>
        <p:spPr>
          <a:xfrm>
            <a:off x="9087481" y="28222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{{ProductPackshot7}}</a:t>
            </a:r>
          </a:p>
        </p:txBody>
      </p:sp>
      <p:sp>
        <p:nvSpPr>
          <p:cNvPr id="34" name="Shape 861">
            <a:extLst>
              <a:ext uri="{FF2B5EF4-FFF2-40B4-BE49-F238E27FC236}">
                <a16:creationId xmlns:a16="http://schemas.microsoft.com/office/drawing/2014/main" id="{415BC6C3-CD73-7AC9-42F8-4A8F977287AD}"/>
              </a:ext>
            </a:extLst>
          </p:cNvPr>
          <p:cNvSpPr/>
          <p:nvPr/>
        </p:nvSpPr>
        <p:spPr>
          <a:xfrm>
            <a:off x="10583941" y="41360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8}}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6774225-BCE6-47C2-E181-C9D8B0DD86BD}"/>
              </a:ext>
            </a:extLst>
          </p:cNvPr>
          <p:cNvSpPr txBox="1">
            <a:spLocks noChangeAspect="1"/>
          </p:cNvSpPr>
          <p:nvPr/>
        </p:nvSpPr>
        <p:spPr>
          <a:xfrm>
            <a:off x="10507815" y="28222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{{ProductPackshot8}}</a:t>
            </a:r>
          </a:p>
        </p:txBody>
      </p:sp>
      <p:sp>
        <p:nvSpPr>
          <p:cNvPr id="36" name="Shape 859">
            <a:extLst>
              <a:ext uri="{FF2B5EF4-FFF2-40B4-BE49-F238E27FC236}">
                <a16:creationId xmlns:a16="http://schemas.microsoft.com/office/drawing/2014/main" id="{FC4A75D0-33CC-1CA3-D6B7-1CFC9360ADCA}"/>
              </a:ext>
            </a:extLst>
          </p:cNvPr>
          <p:cNvSpPr/>
          <p:nvPr/>
        </p:nvSpPr>
        <p:spPr>
          <a:xfrm>
            <a:off x="6248621" y="59519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9}}</a:t>
            </a:r>
          </a:p>
        </p:txBody>
      </p:sp>
      <p:sp>
        <p:nvSpPr>
          <p:cNvPr id="37" name="Shape 860">
            <a:extLst>
              <a:ext uri="{FF2B5EF4-FFF2-40B4-BE49-F238E27FC236}">
                <a16:creationId xmlns:a16="http://schemas.microsoft.com/office/drawing/2014/main" id="{899EBBE9-AAC0-88EB-4FA6-105EDEF4E771}"/>
              </a:ext>
            </a:extLst>
          </p:cNvPr>
          <p:cNvSpPr/>
          <p:nvPr/>
        </p:nvSpPr>
        <p:spPr>
          <a:xfrm>
            <a:off x="7691352" y="59519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10}}</a:t>
            </a:r>
          </a:p>
        </p:txBody>
      </p:sp>
      <p:sp>
        <p:nvSpPr>
          <p:cNvPr id="38" name="Shape 861">
            <a:extLst>
              <a:ext uri="{FF2B5EF4-FFF2-40B4-BE49-F238E27FC236}">
                <a16:creationId xmlns:a16="http://schemas.microsoft.com/office/drawing/2014/main" id="{C205E67E-D60E-7CED-2E6B-F7267E498AA5}"/>
              </a:ext>
            </a:extLst>
          </p:cNvPr>
          <p:cNvSpPr/>
          <p:nvPr/>
        </p:nvSpPr>
        <p:spPr>
          <a:xfrm>
            <a:off x="9134083" y="59519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11}}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7E7CAE0-7413-A8DC-7511-90B0F2E8ABC5}"/>
              </a:ext>
            </a:extLst>
          </p:cNvPr>
          <p:cNvSpPr txBox="1">
            <a:spLocks noChangeAspect="1"/>
          </p:cNvSpPr>
          <p:nvPr/>
        </p:nvSpPr>
        <p:spPr>
          <a:xfrm>
            <a:off x="6239686" y="46381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{{ProductPackshot9}}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8CED101-E9FB-1CB7-464C-A6EA55B79CD0}"/>
              </a:ext>
            </a:extLst>
          </p:cNvPr>
          <p:cNvSpPr txBox="1">
            <a:spLocks noChangeAspect="1"/>
          </p:cNvSpPr>
          <p:nvPr/>
        </p:nvSpPr>
        <p:spPr>
          <a:xfrm>
            <a:off x="7660020" y="46381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{{ProductPackshot10}}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6EE6173-C5F3-4F2B-C195-12E53774E15C}"/>
              </a:ext>
            </a:extLst>
          </p:cNvPr>
          <p:cNvSpPr txBox="1">
            <a:spLocks noChangeAspect="1"/>
          </p:cNvSpPr>
          <p:nvPr/>
        </p:nvSpPr>
        <p:spPr>
          <a:xfrm>
            <a:off x="9080354" y="46381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{{ProductPackshot11}}</a:t>
            </a:r>
          </a:p>
        </p:txBody>
      </p:sp>
      <p:sp>
        <p:nvSpPr>
          <p:cNvPr id="42" name="Shape 861">
            <a:extLst>
              <a:ext uri="{FF2B5EF4-FFF2-40B4-BE49-F238E27FC236}">
                <a16:creationId xmlns:a16="http://schemas.microsoft.com/office/drawing/2014/main" id="{D4AD5DC1-14BD-B171-9197-52F218A837D5}"/>
              </a:ext>
            </a:extLst>
          </p:cNvPr>
          <p:cNvSpPr/>
          <p:nvPr/>
        </p:nvSpPr>
        <p:spPr>
          <a:xfrm>
            <a:off x="10576814" y="5951936"/>
            <a:ext cx="1256401" cy="969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90000"/>
              </a:lnSpc>
              <a:spcBef>
                <a:spcPts val="600"/>
              </a:spcBef>
              <a:defRPr sz="600"/>
            </a:lvl1pPr>
          </a:lstStyle>
          <a:p>
            <a:r>
              <a:rPr lang="en-GB" sz="700" dirty="0">
                <a:solidFill>
                  <a:schemeClr val="tx1"/>
                </a:solidFill>
              </a:rPr>
              <a:t>{{PRODUCT DESCRIPTION 12}}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EF0EB11-679C-9C70-5239-794BED353CCB}"/>
              </a:ext>
            </a:extLst>
          </p:cNvPr>
          <p:cNvSpPr txBox="1">
            <a:spLocks noChangeAspect="1"/>
          </p:cNvSpPr>
          <p:nvPr/>
        </p:nvSpPr>
        <p:spPr>
          <a:xfrm>
            <a:off x="10500688" y="4638119"/>
            <a:ext cx="1230264" cy="1117483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{{ProductPackshot12}}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AFD9060-4C47-EA85-59AB-BC00BF59077A}"/>
              </a:ext>
            </a:extLst>
          </p:cNvPr>
          <p:cNvSpPr txBox="1">
            <a:spLocks noChangeAspect="1"/>
          </p:cNvSpPr>
          <p:nvPr/>
        </p:nvSpPr>
        <p:spPr>
          <a:xfrm>
            <a:off x="6238177" y="6191405"/>
            <a:ext cx="675078" cy="613192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{{accessory1}}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627BD2-AECA-81B4-AF94-8B5F42E4AD72}"/>
              </a:ext>
            </a:extLst>
          </p:cNvPr>
          <p:cNvSpPr txBox="1">
            <a:spLocks noChangeAspect="1"/>
          </p:cNvSpPr>
          <p:nvPr/>
        </p:nvSpPr>
        <p:spPr>
          <a:xfrm>
            <a:off x="7074779" y="6191405"/>
            <a:ext cx="675078" cy="613192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{{accessory2}}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9105D8F-E218-B2EC-860F-0391A55E918B}"/>
              </a:ext>
            </a:extLst>
          </p:cNvPr>
          <p:cNvSpPr txBox="1">
            <a:spLocks noChangeAspect="1"/>
          </p:cNvSpPr>
          <p:nvPr/>
        </p:nvSpPr>
        <p:spPr>
          <a:xfrm>
            <a:off x="7906213" y="6191405"/>
            <a:ext cx="675078" cy="613192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{{accessory3}}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A2E7F56-70CF-D916-640A-2C9C9D8972B2}"/>
              </a:ext>
            </a:extLst>
          </p:cNvPr>
          <p:cNvSpPr txBox="1">
            <a:spLocks noChangeAspect="1"/>
          </p:cNvSpPr>
          <p:nvPr/>
        </p:nvSpPr>
        <p:spPr>
          <a:xfrm>
            <a:off x="8742815" y="6191405"/>
            <a:ext cx="675078" cy="613192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{{accessory4}}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1427A5-0F7C-DCAE-B909-1038DEF8F84C}"/>
              </a:ext>
            </a:extLst>
          </p:cNvPr>
          <p:cNvSpPr txBox="1">
            <a:spLocks noChangeAspect="1"/>
          </p:cNvSpPr>
          <p:nvPr/>
        </p:nvSpPr>
        <p:spPr>
          <a:xfrm>
            <a:off x="9574249" y="6191405"/>
            <a:ext cx="675078" cy="613192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{{accessory5}}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BA5952E-90DB-ED77-322E-CAFFE140732B}"/>
              </a:ext>
            </a:extLst>
          </p:cNvPr>
          <p:cNvSpPr txBox="1">
            <a:spLocks noChangeAspect="1"/>
          </p:cNvSpPr>
          <p:nvPr/>
        </p:nvSpPr>
        <p:spPr>
          <a:xfrm>
            <a:off x="10410851" y="6191405"/>
            <a:ext cx="675078" cy="613192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{{accessory6}}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E7CDBF5-5EE1-8C77-34C2-1FE66C184A0E}"/>
              </a:ext>
            </a:extLst>
          </p:cNvPr>
          <p:cNvSpPr txBox="1">
            <a:spLocks noChangeAspect="1"/>
          </p:cNvSpPr>
          <p:nvPr/>
        </p:nvSpPr>
        <p:spPr>
          <a:xfrm>
            <a:off x="358785" y="986815"/>
            <a:ext cx="5703871" cy="3218919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{{Rendering}}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C29382C-5CD6-7764-99A4-C4846ECB8611}"/>
              </a:ext>
            </a:extLst>
          </p:cNvPr>
          <p:cNvSpPr txBox="1">
            <a:spLocks noChangeAspect="1"/>
          </p:cNvSpPr>
          <p:nvPr/>
        </p:nvSpPr>
        <p:spPr>
          <a:xfrm>
            <a:off x="358785" y="4353973"/>
            <a:ext cx="2605466" cy="2366617"/>
          </a:xfrm>
          <a:prstGeom prst="rect">
            <a:avLst/>
          </a:prstGeom>
          <a:noFill/>
          <a:ln>
            <a:noFill/>
          </a:ln>
        </p:spPr>
        <p:txBody>
          <a:bodyPr wrap="square" lIns="0" tIns="36576" rIns="0" bIns="0" rtlCol="0" anchor="t">
            <a:noAutofit/>
          </a:bodyPr>
          <a:lstStyle/>
          <a:p>
            <a:r>
              <a:rPr lang="en-GB" sz="1000" dirty="0">
                <a:solidFill>
                  <a:schemeClr val="tx1"/>
                </a:solidFill>
              </a:rPr>
              <a:t>{{</a:t>
            </a:r>
            <a:r>
              <a:rPr lang="en-GB" sz="1000" dirty="0" err="1">
                <a:solidFill>
                  <a:schemeClr val="tx1"/>
                </a:solidFill>
              </a:rPr>
              <a:t>Linedrawing</a:t>
            </a:r>
            <a:r>
              <a:rPr lang="en-GB" sz="1000" dirty="0">
                <a:solidFill>
                  <a:schemeClr val="tx1"/>
                </a:solidFill>
              </a:rPr>
              <a:t>}}</a:t>
            </a:r>
          </a:p>
        </p:txBody>
      </p:sp>
      <p:sp>
        <p:nvSpPr>
          <p:cNvPr id="53" name="Shape 875">
            <a:extLst>
              <a:ext uri="{FF2B5EF4-FFF2-40B4-BE49-F238E27FC236}">
                <a16:creationId xmlns:a16="http://schemas.microsoft.com/office/drawing/2014/main" id="{789BFB60-81D6-150B-1165-2B46E16A6A65}"/>
              </a:ext>
            </a:extLst>
          </p:cNvPr>
          <p:cNvSpPr/>
          <p:nvPr/>
        </p:nvSpPr>
        <p:spPr>
          <a:xfrm>
            <a:off x="3349791" y="4755030"/>
            <a:ext cx="2767891" cy="1846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/>
          <a:p>
            <a:r>
              <a:rPr lang="en-GB" sz="1200" b="1" dirty="0">
                <a:solidFill>
                  <a:schemeClr val="tx1"/>
                </a:solidFill>
              </a:rPr>
              <a:t>{{SETTINGSUBHEADLINE}}</a:t>
            </a:r>
          </a:p>
        </p:txBody>
      </p:sp>
      <p:sp>
        <p:nvSpPr>
          <p:cNvPr id="54" name="Shape 875">
            <a:extLst>
              <a:ext uri="{FF2B5EF4-FFF2-40B4-BE49-F238E27FC236}">
                <a16:creationId xmlns:a16="http://schemas.microsoft.com/office/drawing/2014/main" id="{EC220D07-68A6-FC51-D09A-1B8D006D09BF}"/>
              </a:ext>
            </a:extLst>
          </p:cNvPr>
          <p:cNvSpPr/>
          <p:nvPr/>
        </p:nvSpPr>
        <p:spPr>
          <a:xfrm>
            <a:off x="3349791" y="4989090"/>
            <a:ext cx="2767891" cy="1846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/>
          <a:p>
            <a:r>
              <a:rPr lang="en-GB" sz="1200" dirty="0">
                <a:solidFill>
                  <a:schemeClr val="tx1"/>
                </a:solidFill>
              </a:rPr>
              <a:t>{{</a:t>
            </a:r>
            <a:r>
              <a:rPr lang="en-GB" sz="1200" dirty="0" err="1">
                <a:solidFill>
                  <a:schemeClr val="tx1"/>
                </a:solidFill>
              </a:rPr>
              <a:t>SettingDimensions</a:t>
            </a:r>
            <a:r>
              <a:rPr lang="en-GB" sz="1200" dirty="0">
                <a:solidFill>
                  <a:schemeClr val="tx1"/>
                </a:solidFill>
              </a:rPr>
              <a:t>}}</a:t>
            </a:r>
          </a:p>
        </p:txBody>
      </p:sp>
      <p:sp>
        <p:nvSpPr>
          <p:cNvPr id="55" name="Shape 875">
            <a:extLst>
              <a:ext uri="{FF2B5EF4-FFF2-40B4-BE49-F238E27FC236}">
                <a16:creationId xmlns:a16="http://schemas.microsoft.com/office/drawing/2014/main" id="{4DFD157D-FC1F-DE82-05C8-440131528BAA}"/>
              </a:ext>
            </a:extLst>
          </p:cNvPr>
          <p:cNvSpPr/>
          <p:nvPr/>
        </p:nvSpPr>
        <p:spPr>
          <a:xfrm>
            <a:off x="3349791" y="5204496"/>
            <a:ext cx="2767891" cy="1846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/>
          <a:p>
            <a:r>
              <a:rPr lang="en-GB" sz="1200" dirty="0">
                <a:solidFill>
                  <a:schemeClr val="tx1"/>
                </a:solidFill>
              </a:rPr>
              <a:t>{{</a:t>
            </a:r>
            <a:r>
              <a:rPr lang="en-GB" sz="1200" dirty="0" err="1">
                <a:solidFill>
                  <a:schemeClr val="tx1"/>
                </a:solidFill>
              </a:rPr>
              <a:t>SettingSize</a:t>
            </a:r>
            <a:r>
              <a:rPr lang="en-GB" sz="1200" dirty="0">
                <a:solidFill>
                  <a:schemeClr val="tx1"/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4063795804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99F6B-3D09-893F-93FD-A510BFC87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Shape 843">
            <a:extLst>
              <a:ext uri="{FF2B5EF4-FFF2-40B4-BE49-F238E27FC236}">
                <a16:creationId xmlns:a16="http://schemas.microsoft.com/office/drawing/2014/main" id="{19D759D3-BF26-AF9B-6196-F387FAC67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0000" y="359999"/>
            <a:ext cx="11469600" cy="162002"/>
          </a:xfrm>
          <a:prstGeom prst="rect">
            <a:avLst/>
          </a:prstGeom>
        </p:spPr>
        <p:txBody>
          <a:bodyPr>
            <a:normAutofit/>
          </a:bodyPr>
          <a:lstStyle>
            <a:lvl1pPr defTabSz="704087">
              <a:defRPr sz="1078"/>
            </a:lvl1pPr>
          </a:lstStyle>
          <a:p>
            <a:pPr lvl="0">
              <a:defRPr sz="1800" cap="none"/>
            </a:pPr>
            <a:r>
              <a:rPr sz="1078" cap="all"/>
              <a:t>SHOP THE LOOK</a:t>
            </a:r>
          </a:p>
        </p:txBody>
      </p:sp>
      <p:sp>
        <p:nvSpPr>
          <p:cNvPr id="844" name="Shape 844">
            <a:extLst>
              <a:ext uri="{FF2B5EF4-FFF2-40B4-BE49-F238E27FC236}">
                <a16:creationId xmlns:a16="http://schemas.microsoft.com/office/drawing/2014/main" id="{39EE3FCF-7AA6-FFCF-120D-90B863BF34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0000" y="539999"/>
            <a:ext cx="11469600" cy="162001"/>
          </a:xfrm>
          <a:prstGeom prst="rect">
            <a:avLst/>
          </a:prstGeom>
        </p:spPr>
        <p:txBody>
          <a:bodyPr>
            <a:normAutofit/>
          </a:bodyPr>
          <a:lstStyle>
            <a:lvl1pPr defTabSz="704087">
              <a:spcBef>
                <a:spcPts val="400"/>
              </a:spcBef>
              <a:defRPr sz="1078"/>
            </a:lvl1pPr>
          </a:lstStyle>
          <a:p>
            <a:r>
              <a:rPr lang="en-GB" sz="1100" dirty="0">
                <a:solidFill>
                  <a:schemeClr val="tx1"/>
                </a:solidFill>
              </a:rPr>
              <a:t>{{</a:t>
            </a:r>
            <a:r>
              <a:rPr lang="en-GB" sz="1100" dirty="0" err="1">
                <a:solidFill>
                  <a:schemeClr val="tx1"/>
                </a:solidFill>
              </a:rPr>
              <a:t>SettingNAME</a:t>
            </a:r>
            <a:r>
              <a:rPr lang="en-GB" sz="1100" dirty="0">
                <a:solidFill>
                  <a:schemeClr val="tx1"/>
                </a:solidFill>
              </a:rPr>
              <a:t>}}</a:t>
            </a:r>
          </a:p>
        </p:txBody>
      </p:sp>
      <p:sp>
        <p:nvSpPr>
          <p:cNvPr id="875" name="Shape 875">
            <a:extLst>
              <a:ext uri="{FF2B5EF4-FFF2-40B4-BE49-F238E27FC236}">
                <a16:creationId xmlns:a16="http://schemas.microsoft.com/office/drawing/2014/main" id="{EBCE15DF-9AF5-7C93-79C5-CE7650CF1B75}"/>
              </a:ext>
            </a:extLst>
          </p:cNvPr>
          <p:cNvSpPr/>
          <p:nvPr/>
        </p:nvSpPr>
        <p:spPr>
          <a:xfrm>
            <a:off x="360000" y="1366613"/>
            <a:ext cx="2767891" cy="1846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numCol="1" anchor="t">
            <a:spAutoFit/>
          </a:bodyPr>
          <a:lstStyle/>
          <a:p>
            <a:r>
              <a:rPr lang="en-GB" sz="1200" b="1" dirty="0">
                <a:solidFill>
                  <a:schemeClr val="tx1"/>
                </a:solidFill>
              </a:rPr>
              <a:t>SHOP THE LOOK - {{SETTINGNAME}}</a:t>
            </a:r>
          </a:p>
        </p:txBody>
      </p:sp>
      <p:sp>
        <p:nvSpPr>
          <p:cNvPr id="53" name="Shape 875">
            <a:extLst>
              <a:ext uri="{FF2B5EF4-FFF2-40B4-BE49-F238E27FC236}">
                <a16:creationId xmlns:a16="http://schemas.microsoft.com/office/drawing/2014/main" id="{F08C9E3A-E289-B702-E0AF-42A9604CA118}"/>
              </a:ext>
            </a:extLst>
          </p:cNvPr>
          <p:cNvSpPr/>
          <p:nvPr/>
        </p:nvSpPr>
        <p:spPr>
          <a:xfrm>
            <a:off x="359999" y="1759167"/>
            <a:ext cx="2767891" cy="1846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numCol="1" anchor="t">
            <a:spAutoFit/>
          </a:bodyPr>
          <a:lstStyle/>
          <a:p>
            <a:r>
              <a:rPr lang="en-GB" sz="1200" b="1" dirty="0">
                <a:solidFill>
                  <a:schemeClr val="tx1"/>
                </a:solidFill>
              </a:rPr>
              <a:t>{{SETTINGSUBHEADLINE}}</a:t>
            </a:r>
          </a:p>
        </p:txBody>
      </p:sp>
      <p:sp>
        <p:nvSpPr>
          <p:cNvPr id="54" name="Shape 875">
            <a:extLst>
              <a:ext uri="{FF2B5EF4-FFF2-40B4-BE49-F238E27FC236}">
                <a16:creationId xmlns:a16="http://schemas.microsoft.com/office/drawing/2014/main" id="{B33F9D1E-DBB0-7F18-E41C-E6EF07BEFC5B}"/>
              </a:ext>
            </a:extLst>
          </p:cNvPr>
          <p:cNvSpPr/>
          <p:nvPr/>
        </p:nvSpPr>
        <p:spPr>
          <a:xfrm>
            <a:off x="359999" y="1993227"/>
            <a:ext cx="2767891" cy="18466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square" lIns="0" tIns="0" rIns="0" bIns="0" numCol="1" anchor="t">
            <a:spAutoFit/>
          </a:bodyPr>
          <a:lstStyle/>
          <a:p>
            <a:r>
              <a:rPr lang="en-GB" sz="1200" dirty="0">
                <a:solidFill>
                  <a:schemeClr val="tx1"/>
                </a:solidFill>
              </a:rPr>
              <a:t>{{</a:t>
            </a:r>
            <a:r>
              <a:rPr lang="en-GB" sz="1200" dirty="0" err="1">
                <a:solidFill>
                  <a:schemeClr val="tx1"/>
                </a:solidFill>
              </a:rPr>
              <a:t>ProductsinSettingList</a:t>
            </a:r>
            <a:r>
              <a:rPr lang="en-GB" sz="1200" dirty="0">
                <a:solidFill>
                  <a:schemeClr val="tx1"/>
                </a:solidFill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179083038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Default">
  <a:themeElements>
    <a:clrScheme name="Defaul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3E5659"/>
      </a:accent1>
      <a:accent2>
        <a:srgbClr val="A9B5D6"/>
      </a:accent2>
      <a:accent3>
        <a:srgbClr val="E4E4DC"/>
      </a:accent3>
      <a:accent4>
        <a:srgbClr val="976F38"/>
      </a:accent4>
      <a:accent5>
        <a:srgbClr val="BDC5C4"/>
      </a:accent5>
      <a:accent6>
        <a:srgbClr val="46232A"/>
      </a:accent6>
      <a:hlink>
        <a:srgbClr val="0000FF"/>
      </a:hlink>
      <a:folHlink>
        <a:srgbClr val="FF00FF"/>
      </a:folHlink>
    </a:clrScheme>
    <a:fontScheme name="Defaul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Defaul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rgbClr val="3E5659"/>
          </a:solidFill>
          <a:prstDash val="solid"/>
          <a:miter lim="800000"/>
        </a:ln>
        <a:effectLst/>
      </a:spPr>
      <a:bodyPr rot="0" spcFirstLastPara="1" vertOverflow="overflow" horzOverflow="overflow" vert="horz" wrap="square" lIns="36000" tIns="36000" rIns="36000" bIns="36000" numCol="1" spcCol="38100" rtlCol="0" anchor="ctr">
        <a:sp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Euclid Flex"/>
            <a:ea typeface="Euclid Flex"/>
            <a:cs typeface="Euclid Flex"/>
            <a:sym typeface="Euclid Flex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3E5659"/>
          </a:solidFill>
          <a:prstDash val="solid"/>
          <a:miter lim="800000"/>
        </a:ln>
        <a:effectLst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Euclid Flex"/>
            <a:ea typeface="Euclid Flex"/>
            <a:cs typeface="Euclid Flex"/>
            <a:sym typeface="Euclid Flex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Default">
  <a:themeElements>
    <a:clrScheme name="Defaul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3E5659"/>
      </a:accent1>
      <a:accent2>
        <a:srgbClr val="A9B5D6"/>
      </a:accent2>
      <a:accent3>
        <a:srgbClr val="E4E4DC"/>
      </a:accent3>
      <a:accent4>
        <a:srgbClr val="976F38"/>
      </a:accent4>
      <a:accent5>
        <a:srgbClr val="BDC5C4"/>
      </a:accent5>
      <a:accent6>
        <a:srgbClr val="46232A"/>
      </a:accent6>
      <a:hlink>
        <a:srgbClr val="0000FF"/>
      </a:hlink>
      <a:folHlink>
        <a:srgbClr val="FF00FF"/>
      </a:folHlink>
    </a:clrScheme>
    <a:fontScheme name="Defaul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Defaul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rgbClr val="3E5659"/>
          </a:solidFill>
          <a:prstDash val="solid"/>
          <a:miter lim="800000"/>
        </a:ln>
        <a:effectLst/>
      </a:spPr>
      <a:bodyPr rot="0" spcFirstLastPara="1" vertOverflow="overflow" horzOverflow="overflow" vert="horz" wrap="square" lIns="36000" tIns="36000" rIns="36000" bIns="36000" numCol="1" spcCol="38100" rtlCol="0" anchor="ctr">
        <a:sp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Euclid Flex"/>
            <a:ea typeface="Euclid Flex"/>
            <a:cs typeface="Euclid Flex"/>
            <a:sym typeface="Euclid Flex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3E5659"/>
          </a:solidFill>
          <a:prstDash val="solid"/>
          <a:miter lim="800000"/>
        </a:ln>
        <a:effectLst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</a:spPr>
      <a:bodyPr rot="0" spcFirstLastPara="1" vertOverflow="overflow" horzOverflow="overflow" vert="horz" wrap="square" lIns="0" tIns="0" rIns="0" bIns="0" numCol="1" spcCol="38100" rtlCol="0" anchor="t">
        <a:sp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Euclid Flex"/>
            <a:ea typeface="Euclid Flex"/>
            <a:cs typeface="Euclid Flex"/>
            <a:sym typeface="Euclid Flex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369</TotalTime>
  <Words>205</Words>
  <Application>Microsoft Macintosh PowerPoint</Application>
  <PresentationFormat>Widescreen</PresentationFormat>
  <Paragraphs>57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Euclid Flex</vt:lpstr>
      <vt:lpstr>Euclid Flex Medium</vt:lpstr>
      <vt:lpstr>Helvetica Neue</vt:lpstr>
      <vt:lpstr>Default</vt:lpstr>
      <vt:lpstr>LIVING ROOM – SHOP THE LOOKS</vt:lpstr>
      <vt:lpstr>SHOP THE LOOK</vt:lpstr>
      <vt:lpstr>SHOP THE LOOK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 Partnership  guidelines</dc:title>
  <dc:creator>Anna-Christin Mohn</dc:creator>
  <cp:lastModifiedBy>Tina Korshøj</cp:lastModifiedBy>
  <cp:revision>52</cp:revision>
  <dcterms:modified xsi:type="dcterms:W3CDTF">2025-11-10T12:49:25Z</dcterms:modified>
</cp:coreProperties>
</file>
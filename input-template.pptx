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982" r:id="rId2"/>
    <p:sldId id="2981" r:id="rId3"/>
    <p:sldId id="2983" r:id="rId4"/>
  </p:sldIdLst>
  <p:sldSz cx="12192000" cy="6858000"/>
  <p:notesSz cx="6858000" cy="9144000"/>
  <p:defaultTextStyle>
    <a:lvl1pPr>
      <a:defRPr>
        <a:latin typeface="Euclid Flex"/>
        <a:ea typeface="Euclid Flex"/>
        <a:cs typeface="Euclid Flex"/>
        <a:sym typeface="Euclid Flex"/>
      </a:defRPr>
    </a:lvl1pPr>
    <a:lvl2pPr indent="457200">
      <a:defRPr>
        <a:latin typeface="Euclid Flex"/>
        <a:ea typeface="Euclid Flex"/>
        <a:cs typeface="Euclid Flex"/>
        <a:sym typeface="Euclid Flex"/>
      </a:defRPr>
    </a:lvl2pPr>
    <a:lvl3pPr indent="914400">
      <a:defRPr>
        <a:latin typeface="Euclid Flex"/>
        <a:ea typeface="Euclid Flex"/>
        <a:cs typeface="Euclid Flex"/>
        <a:sym typeface="Euclid Flex"/>
      </a:defRPr>
    </a:lvl3pPr>
    <a:lvl4pPr indent="1371600">
      <a:defRPr>
        <a:latin typeface="Euclid Flex"/>
        <a:ea typeface="Euclid Flex"/>
        <a:cs typeface="Euclid Flex"/>
        <a:sym typeface="Euclid Flex"/>
      </a:defRPr>
    </a:lvl4pPr>
    <a:lvl5pPr indent="1828800">
      <a:defRPr>
        <a:latin typeface="Euclid Flex"/>
        <a:ea typeface="Euclid Flex"/>
        <a:cs typeface="Euclid Flex"/>
        <a:sym typeface="Euclid Flex"/>
      </a:defRPr>
    </a:lvl5pPr>
    <a:lvl6pPr indent="2286000">
      <a:defRPr>
        <a:latin typeface="Euclid Flex"/>
        <a:ea typeface="Euclid Flex"/>
        <a:cs typeface="Euclid Flex"/>
        <a:sym typeface="Euclid Flex"/>
      </a:defRPr>
    </a:lvl6pPr>
    <a:lvl7pPr indent="2743200">
      <a:defRPr>
        <a:latin typeface="Euclid Flex"/>
        <a:ea typeface="Euclid Flex"/>
        <a:cs typeface="Euclid Flex"/>
        <a:sym typeface="Euclid Flex"/>
      </a:defRPr>
    </a:lvl7pPr>
    <a:lvl8pPr indent="3200400">
      <a:defRPr>
        <a:latin typeface="Euclid Flex"/>
        <a:ea typeface="Euclid Flex"/>
        <a:cs typeface="Euclid Flex"/>
        <a:sym typeface="Euclid Flex"/>
      </a:defRPr>
    </a:lvl8pPr>
    <a:lvl9pPr indent="3657600">
      <a:defRPr>
        <a:latin typeface="Euclid Flex"/>
        <a:ea typeface="Euclid Flex"/>
        <a:cs typeface="Euclid Flex"/>
        <a:sym typeface="Euclid Flex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D00857-E011-15B3-E38D-DFAA0936F8F2}" name="Amalie Shanthi Matras" initials="ASM" userId="S::asm@muuto.com::0e8153fe-afe5-4eb2-b7b6-c6c675dc2185" providerId="AD"/>
  <p188:author id="{7EAE38DA-004A-4B22-F69C-9FDFB14912F2}" name="Anne Sofie Dierking" initials="AD" userId="S::asd@muuto.com::f3c4e556-d6ea-4bb8-a5af-7bdaa5e1ff5b" providerId="AD"/>
  <p188:author id="{AD864AE0-CB41-E71C-0A87-37B5A8E8F8A1}" name="Anna-Christin Mohn" initials="ACM" userId="S::acm@muuto.com::62a87ba1-0db6-4ae7-b684-cda9650c02d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8A6C"/>
    <a:srgbClr val="DBE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7C80C5-4AC1-7043-9E10-CF331D020D49}" v="45" dt="2025-11-10T16:31:57.79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DD0D0"/>
          </a:solidFill>
        </a:fill>
      </a:tcStyle>
    </a:wholeTbl>
    <a:band2H>
      <a:tcTxStyle/>
      <a:tcStyle>
        <a:tcBdr/>
        <a:fill>
          <a:solidFill>
            <a:srgbClr val="E8E9E9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5F5F2"/>
          </a:solidFill>
        </a:fill>
      </a:tcStyle>
    </a:wholeTbl>
    <a:band2H>
      <a:tcTxStyle/>
      <a:tcStyle>
        <a:tcBdr/>
        <a:fill>
          <a:solidFill>
            <a:srgbClr val="FAFAF8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ECBCB"/>
          </a:solidFill>
        </a:fill>
      </a:tcStyle>
    </a:wholeTbl>
    <a:band2H>
      <a:tcTxStyle/>
      <a:tcStyle>
        <a:tcBdr/>
        <a:fill>
          <a:solidFill>
            <a:srgbClr val="E8E7E7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E5659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E5659"/>
          </a:solidFill>
        </a:fill>
      </a:tcStyle>
    </a:firstRow>
  </a:tblStyle>
  <a:tblStyle styleId="{2708684C-4D16-4618-839F-0558EEFCDFE6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155"/>
    <p:restoredTop sz="93447" autoAdjust="0"/>
  </p:normalViewPr>
  <p:slideViewPr>
    <p:cSldViewPr snapToGrid="0">
      <p:cViewPr varScale="1">
        <p:scale>
          <a:sx n="85" d="100"/>
          <a:sy n="85" d="100"/>
        </p:scale>
        <p:origin x="208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na Korshøj" userId="fc9c1787-86ff-4527-a6cb-a23af2ce0cfe" providerId="ADAL" clId="{12CD37EC-F126-58A4-9D73-FCCAAE6DBE25}"/>
    <pc:docChg chg="modSld">
      <pc:chgData name="Tina Korshøj" userId="fc9c1787-86ff-4527-a6cb-a23af2ce0cfe" providerId="ADAL" clId="{12CD37EC-F126-58A4-9D73-FCCAAE6DBE25}" dt="2025-11-10T16:32:10.186" v="20"/>
      <pc:docMkLst>
        <pc:docMk/>
      </pc:docMkLst>
      <pc:sldChg chg="modSp mod">
        <pc:chgData name="Tina Korshøj" userId="fc9c1787-86ff-4527-a6cb-a23af2ce0cfe" providerId="ADAL" clId="{12CD37EC-F126-58A4-9D73-FCCAAE6DBE25}" dt="2025-11-10T16:30:56.583" v="16" actId="113"/>
        <pc:sldMkLst>
          <pc:docMk/>
          <pc:sldMk cId="4063795804" sldId="2981"/>
        </pc:sldMkLst>
        <pc:spChg chg="mod">
          <ac:chgData name="Tina Korshøj" userId="fc9c1787-86ff-4527-a6cb-a23af2ce0cfe" providerId="ADAL" clId="{12CD37EC-F126-58A4-9D73-FCCAAE6DBE25}" dt="2025-11-10T16:30:56.583" v="16" actId="113"/>
          <ac:spMkLst>
            <pc:docMk/>
            <pc:sldMk cId="4063795804" sldId="2981"/>
            <ac:spMk id="53" creationId="{789BFB60-81D6-150B-1165-2B46E16A6A65}"/>
          </ac:spMkLst>
        </pc:spChg>
        <pc:spChg chg="mod">
          <ac:chgData name="Tina Korshøj" userId="fc9c1787-86ff-4527-a6cb-a23af2ce0cfe" providerId="ADAL" clId="{12CD37EC-F126-58A4-9D73-FCCAAE6DBE25}" dt="2025-11-10T16:30:56.583" v="16" actId="113"/>
          <ac:spMkLst>
            <pc:docMk/>
            <pc:sldMk cId="4063795804" sldId="2981"/>
            <ac:spMk id="875" creationId="{34D0A036-F5A4-610F-78FA-7893C968EEA6}"/>
          </ac:spMkLst>
        </pc:spChg>
      </pc:sldChg>
      <pc:sldChg chg="delSp modSp mod">
        <pc:chgData name="Tina Korshøj" userId="fc9c1787-86ff-4527-a6cb-a23af2ce0cfe" providerId="ADAL" clId="{12CD37EC-F126-58A4-9D73-FCCAAE6DBE25}" dt="2025-11-10T16:30:03.888" v="15" actId="165"/>
        <pc:sldMkLst>
          <pc:docMk/>
          <pc:sldMk cId="1911992934" sldId="2982"/>
        </pc:sldMkLst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22" creationId="{343A0329-DD56-31BF-CE47-A4E893D16F14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27" creationId="{4F7BB32D-413E-BDB3-1978-0532A90925EA}"/>
          </ac:spMkLst>
        </pc:spChg>
        <pc:spChg chg="mod">
          <ac:chgData name="Tina Korshøj" userId="fc9c1787-86ff-4527-a6cb-a23af2ce0cfe" providerId="ADAL" clId="{12CD37EC-F126-58A4-9D73-FCCAAE6DBE25}" dt="2025-11-10T12:48:56.035" v="2" actId="20577"/>
          <ac:spMkLst>
            <pc:docMk/>
            <pc:sldMk cId="1911992934" sldId="2982"/>
            <ac:spMk id="28" creationId="{9A03A8AB-2A0B-70D2-83DE-0EB950F1019F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29" creationId="{2E8AE316-B85B-C433-FD9B-181F3BB9D048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2" creationId="{EAD889E4-BB5B-4D12-AAFB-76BAC5B4DEE9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3" creationId="{AD539866-0BF9-6683-D9D3-E3D7A6B1C1C3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4" creationId="{3720FF5F-C758-F44C-78D1-10907C77910A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5" creationId="{C9AC3CF1-7CDB-14B1-2821-5DA6F9255D3A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7" creationId="{4E05D57C-C72E-A224-DAC5-0CE94B38A08B}"/>
          </ac:spMkLst>
        </pc:spChg>
        <pc:spChg chg="mod">
          <ac:chgData name="Tina Korshøj" userId="fc9c1787-86ff-4527-a6cb-a23af2ce0cfe" providerId="ADAL" clId="{12CD37EC-F126-58A4-9D73-FCCAAE6DBE25}" dt="2025-11-10T12:49:18.729" v="10" actId="20577"/>
          <ac:spMkLst>
            <pc:docMk/>
            <pc:sldMk cId="1911992934" sldId="2982"/>
            <ac:spMk id="38" creationId="{C51F4C3F-D89F-8BCB-ACD9-FB51F262A764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39" creationId="{42DD8146-B72F-B3E6-3B1B-5EDEF91D426A}"/>
          </ac:spMkLst>
        </pc:spChg>
        <pc:spChg chg="mod topLvl">
          <ac:chgData name="Tina Korshøj" userId="fc9c1787-86ff-4527-a6cb-a23af2ce0cfe" providerId="ADAL" clId="{12CD37EC-F126-58A4-9D73-FCCAAE6DBE25}" dt="2025-11-10T16:30:03.888" v="15" actId="165"/>
          <ac:spMkLst>
            <pc:docMk/>
            <pc:sldMk cId="1911992934" sldId="2982"/>
            <ac:spMk id="40" creationId="{27D83DE3-1A9B-9D31-EA24-674E82B8DE65}"/>
          </ac:spMkLst>
        </pc:spChg>
      </pc:sldChg>
      <pc:sldChg chg="addSp delSp modSp mod">
        <pc:chgData name="Tina Korshøj" userId="fc9c1787-86ff-4527-a6cb-a23af2ce0cfe" providerId="ADAL" clId="{12CD37EC-F126-58A4-9D73-FCCAAE6DBE25}" dt="2025-11-10T16:32:10.186" v="20"/>
        <pc:sldMkLst>
          <pc:docMk/>
          <pc:sldMk cId="1790830389" sldId="2983"/>
        </pc:sldMkLst>
        <pc:spChg chg="add del mod">
          <ac:chgData name="Tina Korshøj" userId="fc9c1787-86ff-4527-a6cb-a23af2ce0cfe" providerId="ADAL" clId="{12CD37EC-F126-58A4-9D73-FCCAAE6DBE25}" dt="2025-11-10T16:32:10.186" v="20"/>
          <ac:spMkLst>
            <pc:docMk/>
            <pc:sldMk cId="1790830389" sldId="2983"/>
            <ac:spMk id="2" creationId="{EEAB4CD5-98C5-F079-0544-4B2C88BBE427}"/>
          </ac:spMkLst>
        </pc:spChg>
        <pc:spChg chg="mod">
          <ac:chgData name="Tina Korshøj" userId="fc9c1787-86ff-4527-a6cb-a23af2ce0cfe" providerId="ADAL" clId="{12CD37EC-F126-58A4-9D73-FCCAAE6DBE25}" dt="2025-11-10T16:32:04.349" v="18" actId="113"/>
          <ac:spMkLst>
            <pc:docMk/>
            <pc:sldMk cId="1790830389" sldId="2983"/>
            <ac:spMk id="53" creationId="{F08C9E3A-E289-B702-E0AF-42A9604CA118}"/>
          </ac:spMkLst>
        </pc:spChg>
        <pc:spChg chg="mod">
          <ac:chgData name="Tina Korshøj" userId="fc9c1787-86ff-4527-a6cb-a23af2ce0cfe" providerId="ADAL" clId="{12CD37EC-F126-58A4-9D73-FCCAAE6DBE25}" dt="2025-11-10T16:32:04.349" v="18" actId="113"/>
          <ac:spMkLst>
            <pc:docMk/>
            <pc:sldMk cId="1790830389" sldId="2983"/>
            <ac:spMk id="875" creationId="{EBCE15DF-9AF5-7C93-79C5-CE7650CF1B7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91" name="Shape 19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hyperlink" Target="http://www.muuto.com/color-list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1.png"/>
          <p:cNvPicPr/>
          <p:nvPr/>
        </p:nvPicPr>
        <p:blipFill>
          <a:blip r:embed="rId2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Shape 1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A9B5D6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11" name="Shape 11"/>
          <p:cNvSpPr>
            <a:spLocks noGrp="1"/>
          </p:cNvSpPr>
          <p:nvPr>
            <p:ph type="title"/>
          </p:nvPr>
        </p:nvSpPr>
        <p:spPr>
          <a:xfrm>
            <a:off x="671975" y="1439999"/>
            <a:ext cx="7214725" cy="3924002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12" name="Shape 12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13" name="image2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C">
    <p:bg>
      <p:bgPr>
        <a:solidFill>
          <a:srgbClr val="3E56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>
            <a:spLocks noGrp="1"/>
          </p:cNvSpPr>
          <p:nvPr>
            <p:ph type="title"/>
          </p:nvPr>
        </p:nvSpPr>
        <p:spPr>
          <a:xfrm>
            <a:off x="671975" y="0"/>
            <a:ext cx="7214725" cy="5364001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22" name="Shape 22"/>
          <p:cNvSpPr>
            <a:spLocks noGrp="1"/>
          </p:cNvSpPr>
          <p:nvPr>
            <p:ph type="body" idx="1"/>
          </p:nvPr>
        </p:nvSpPr>
        <p:spPr>
          <a:xfrm>
            <a:off x="9859799" y="1092143"/>
            <a:ext cx="1247200" cy="1952204"/>
          </a:xfrm>
          <a:prstGeom prst="rect">
            <a:avLst/>
          </a:prstGeom>
          <a:solidFill>
            <a:srgbClr val="E4E4DC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pic>
        <p:nvPicPr>
          <p:cNvPr id="23" name="image1.png"/>
          <p:cNvPicPr/>
          <p:nvPr/>
        </p:nvPicPr>
        <p:blipFill>
          <a:blip r:embed="rId2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Shape 24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25" name="image2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  <p:sp>
        <p:nvSpPr>
          <p:cNvPr id="26" name="Shape 26"/>
          <p:cNvSpPr>
            <a:spLocks noGrp="1"/>
          </p:cNvSpPr>
          <p:nvPr>
            <p:ph type="sldNum" sz="quarter" idx="2"/>
          </p:nvPr>
        </p:nvSpPr>
        <p:spPr>
          <a:xfrm>
            <a:off x="0" y="6786269"/>
            <a:ext cx="1271" cy="127001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rgbClr val="E4E4DC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37" name="Shape 37"/>
          <p:cNvSpPr>
            <a:spLocks noGrp="1"/>
          </p:cNvSpPr>
          <p:nvPr>
            <p:ph type="title"/>
          </p:nvPr>
        </p:nvSpPr>
        <p:spPr>
          <a:xfrm>
            <a:off x="671975" y="2016000"/>
            <a:ext cx="3271376" cy="3168001"/>
          </a:xfrm>
          <a:prstGeom prst="rect">
            <a:avLst/>
          </a:prstGeom>
        </p:spPr>
        <p:txBody>
          <a:bodyPr/>
          <a:lstStyle/>
          <a:p>
            <a:pPr lvl="0">
              <a:defRPr sz="1800" cap="none"/>
            </a:pPr>
            <a:r>
              <a:rPr sz="4800" cap="all"/>
              <a:t>Titeltext</a:t>
            </a:r>
          </a:p>
        </p:txBody>
      </p:sp>
      <p:sp>
        <p:nvSpPr>
          <p:cNvPr id="38" name="Shape 3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0800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pPr lvl="0">
              <a:defRPr sz="1800" cap="none"/>
            </a:pPr>
            <a:r>
              <a:rPr sz="2800" cap="all"/>
              <a:t>Titeltext</a:t>
            </a:r>
          </a:p>
        </p:txBody>
      </p:sp>
      <p:sp>
        <p:nvSpPr>
          <p:cNvPr id="41" name="Shape 41"/>
          <p:cNvSpPr>
            <a:spLocks noGrp="1"/>
          </p:cNvSpPr>
          <p:nvPr>
            <p:ph type="body" idx="1"/>
          </p:nvPr>
        </p:nvSpPr>
        <p:spPr>
          <a:xfrm>
            <a:off x="358775" y="780320"/>
            <a:ext cx="11469600" cy="659680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ts val="0"/>
              </a:spcBef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  <a:lvl2pPr marL="0" indent="4572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2pPr>
            <a:lvl3pPr marL="0" indent="9144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3pPr>
            <a:lvl4pPr indent="13716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4pPr>
            <a:lvl5pPr indent="18288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5pPr>
          </a:lstStyle>
          <a:p>
            <a:pPr lvl="0">
              <a:defRPr sz="1800" cap="none"/>
            </a:pPr>
            <a:r>
              <a:rPr sz="2000" cap="all"/>
              <a:t>Textebene 1</a:t>
            </a:r>
          </a:p>
          <a:p>
            <a:pPr lvl="1">
              <a:defRPr sz="1800" cap="none"/>
            </a:pPr>
            <a:r>
              <a:rPr sz="2000" cap="all"/>
              <a:t>Textebene 2</a:t>
            </a:r>
          </a:p>
          <a:p>
            <a:pPr lvl="2">
              <a:defRPr sz="1800" cap="none"/>
            </a:pPr>
            <a:r>
              <a:rPr sz="2000" cap="all"/>
              <a:t>Textebene 3</a:t>
            </a:r>
          </a:p>
          <a:p>
            <a:pPr lvl="3">
              <a:defRPr sz="1800" cap="none"/>
            </a:pPr>
            <a:r>
              <a:rPr sz="2000" cap="all"/>
              <a:t>Textebene 4</a:t>
            </a:r>
          </a:p>
          <a:p>
            <a:pPr lvl="4">
              <a:defRPr sz="1800" cap="none"/>
            </a:pPr>
            <a:r>
              <a:rPr sz="2000" cap="all"/>
              <a:t>Textebene 5</a:t>
            </a:r>
          </a:p>
        </p:txBody>
      </p:sp>
      <p:sp>
        <p:nvSpPr>
          <p:cNvPr id="42" name="Shape 4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ext and Pictu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73" name="Shape 73"/>
          <p:cNvSpPr>
            <a:spLocks noGrp="1"/>
          </p:cNvSpPr>
          <p:nvPr>
            <p:ph type="title"/>
          </p:nvPr>
        </p:nvSpPr>
        <p:spPr>
          <a:xfrm>
            <a:off x="359999" y="359999"/>
            <a:ext cx="6540865" cy="10800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pPr lvl="0">
              <a:defRPr sz="1800" cap="none"/>
            </a:pPr>
            <a:r>
              <a:rPr sz="2800" cap="all"/>
              <a:t>Titeltext</a:t>
            </a:r>
          </a:p>
        </p:txBody>
      </p:sp>
      <p:sp>
        <p:nvSpPr>
          <p:cNvPr id="74" name="Shape 7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86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CA8F85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87" name="Shape 87"/>
          <p:cNvSpPr>
            <a:spLocks noGrp="1"/>
          </p:cNvSpPr>
          <p:nvPr>
            <p:ph type="title"/>
          </p:nvPr>
        </p:nvSpPr>
        <p:spPr>
          <a:xfrm>
            <a:off x="359999" y="359999"/>
            <a:ext cx="6534001" cy="5796002"/>
          </a:xfrm>
          <a:prstGeom prst="rect">
            <a:avLst/>
          </a:prstGeom>
        </p:spPr>
        <p:txBody>
          <a:bodyPr anchor="t"/>
          <a:lstStyle>
            <a:lvl1pPr>
              <a:defRPr sz="6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6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88" name="Shape 8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>
            <a:spLocks noGrp="1"/>
          </p:cNvSpPr>
          <p:nvPr>
            <p:ph type="body" idx="1"/>
          </p:nvPr>
        </p:nvSpPr>
        <p:spPr>
          <a:xfrm>
            <a:off x="1" y="0"/>
            <a:ext cx="12192001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95" name="Shape 95"/>
          <p:cNvSpPr>
            <a:spLocks noGrp="1"/>
          </p:cNvSpPr>
          <p:nvPr>
            <p:ph type="title"/>
          </p:nvPr>
        </p:nvSpPr>
        <p:spPr>
          <a:xfrm>
            <a:off x="359999" y="359999"/>
            <a:ext cx="4212001" cy="1382688"/>
          </a:xfrm>
          <a:prstGeom prst="rect">
            <a:avLst/>
          </a:prstGeom>
        </p:spPr>
        <p:txBody>
          <a:bodyPr anchor="t"/>
          <a:lstStyle>
            <a:lvl1pPr>
              <a:defRPr sz="5400">
                <a:solidFill>
                  <a:srgbClr val="2E5558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5400" cap="all">
                <a:solidFill>
                  <a:srgbClr val="2E5558"/>
                </a:solidFill>
              </a:rPr>
              <a:t>Titeltext</a:t>
            </a:r>
          </a:p>
        </p:txBody>
      </p:sp>
      <p:sp>
        <p:nvSpPr>
          <p:cNvPr id="96" name="Shape 9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9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7E6D6B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99" name="Shape 99"/>
          <p:cNvSpPr>
            <a:spLocks noGrp="1"/>
          </p:cNvSpPr>
          <p:nvPr>
            <p:ph type="title"/>
          </p:nvPr>
        </p:nvSpPr>
        <p:spPr>
          <a:xfrm>
            <a:off x="6444000" y="359999"/>
            <a:ext cx="3420001" cy="3960002"/>
          </a:xfrm>
          <a:prstGeom prst="rect">
            <a:avLst/>
          </a:prstGeom>
        </p:spPr>
        <p:txBody>
          <a:bodyPr anchor="t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4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100" name="Shape 10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6D727C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xfrm>
            <a:off x="359999" y="359999"/>
            <a:ext cx="4554001" cy="3060002"/>
          </a:xfrm>
          <a:prstGeom prst="rect">
            <a:avLst/>
          </a:prstGeom>
        </p:spPr>
        <p:txBody>
          <a:bodyPr anchor="t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4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104" name="Shape 10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07" name="Shape 107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08" name="Shape 10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15" name="Shape 115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16" name="Shape 11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>
            <a:spLocks noGrp="1"/>
          </p:cNvSpPr>
          <p:nvPr>
            <p:ph type="title"/>
          </p:nvPr>
        </p:nvSpPr>
        <p:spPr>
          <a:xfrm>
            <a:off x="359999" y="359999"/>
            <a:ext cx="93024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23" name="Shape 123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93024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24" name="Shape 1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/>
          </p:cNvSpPr>
          <p:nvPr>
            <p:ph type="title"/>
          </p:nvPr>
        </p:nvSpPr>
        <p:spPr>
          <a:xfrm>
            <a:off x="5299233" y="359999"/>
            <a:ext cx="6532768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27" name="Shape 127"/>
          <p:cNvSpPr>
            <a:spLocks noGrp="1"/>
          </p:cNvSpPr>
          <p:nvPr>
            <p:ph type="body" idx="1"/>
          </p:nvPr>
        </p:nvSpPr>
        <p:spPr>
          <a:xfrm>
            <a:off x="5299233" y="539999"/>
            <a:ext cx="6532406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28" name="Shape 12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1" name="Shape 131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32" name="Shape 13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Product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5" name="Shape 135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/>
          </p:cNvSpPr>
          <p:nvPr>
            <p:ph type="title"/>
          </p:nvPr>
        </p:nvSpPr>
        <p:spPr>
          <a:xfrm>
            <a:off x="359999" y="5744421"/>
            <a:ext cx="10486802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8" name="Shape 138"/>
          <p:cNvSpPr>
            <a:spLocks noGrp="1"/>
          </p:cNvSpPr>
          <p:nvPr>
            <p:ph type="body" idx="1"/>
          </p:nvPr>
        </p:nvSpPr>
        <p:spPr>
          <a:xfrm>
            <a:off x="359999" y="5924420"/>
            <a:ext cx="10486802" cy="93358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39" name="Shape 13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ac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/>
          </p:cNvSpPr>
          <p:nvPr>
            <p:ph type="title"/>
          </p:nvPr>
        </p:nvSpPr>
        <p:spPr>
          <a:xfrm>
            <a:off x="360000" y="359999"/>
            <a:ext cx="7526702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42" name="Shape 142"/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7526702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43" name="Shape 143"/>
          <p:cNvSpPr/>
          <p:nvPr/>
        </p:nvSpPr>
        <p:spPr>
          <a:xfrm>
            <a:off x="8247061" y="359999"/>
            <a:ext cx="3584938" cy="6137640"/>
          </a:xfrm>
          <a:prstGeom prst="rect">
            <a:avLst/>
          </a:prstGeom>
          <a:solidFill>
            <a:srgbClr val="EEECEA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4" name="Shape 14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ac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146"/>
          <p:cNvSpPr/>
          <p:nvPr/>
        </p:nvSpPr>
        <p:spPr>
          <a:xfrm>
            <a:off x="358775" y="358774"/>
            <a:ext cx="5562001" cy="5569941"/>
          </a:xfrm>
          <a:prstGeom prst="rect">
            <a:avLst/>
          </a:prstGeom>
          <a:solidFill>
            <a:srgbClr val="EEECEA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7" name="Shape 147"/>
          <p:cNvSpPr>
            <a:spLocks noGrp="1"/>
          </p:cNvSpPr>
          <p:nvPr>
            <p:ph type="body" idx="1"/>
          </p:nvPr>
        </p:nvSpPr>
        <p:spPr>
          <a:xfrm>
            <a:off x="538775" y="540668"/>
            <a:ext cx="5202002" cy="2861332"/>
          </a:xfrm>
          <a:prstGeom prst="rect">
            <a:avLst/>
          </a:prstGeom>
          <a:noFill/>
        </p:spPr>
        <p:txBody>
          <a:bodyPr/>
          <a:lstStyle>
            <a:lvl1pPr>
              <a:defRPr sz="800">
                <a:solidFill>
                  <a:srgbClr val="000000"/>
                </a:solidFill>
              </a:defRPr>
            </a:lvl1pPr>
            <a:lvl2pPr marL="0" indent="269999">
              <a:buSzTx/>
              <a:buNone/>
              <a:defRPr sz="800">
                <a:solidFill>
                  <a:srgbClr val="000000"/>
                </a:solidFill>
              </a:defRPr>
            </a:lvl2pPr>
            <a:lvl3pPr marL="0" indent="539999">
              <a:buSzTx/>
              <a:buNone/>
              <a:defRPr sz="800">
                <a:solidFill>
                  <a:srgbClr val="000000"/>
                </a:solidFill>
              </a:defRPr>
            </a:lvl3pPr>
            <a:lvl4pPr>
              <a:buSzTx/>
              <a:buNone/>
              <a:defRPr sz="800">
                <a:solidFill>
                  <a:srgbClr val="000000"/>
                </a:solidFill>
              </a:defRPr>
            </a:lvl4pPr>
            <a:lvl5pPr>
              <a:buSzTx/>
              <a:buNone/>
              <a:defRPr sz="800"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800"/>
              <a:t>Textebene 1</a:t>
            </a:r>
          </a:p>
          <a:p>
            <a:pPr lvl="1">
              <a:defRPr sz="1800"/>
            </a:pPr>
            <a:r>
              <a:rPr sz="800"/>
              <a:t>Textebene 2</a:t>
            </a:r>
          </a:p>
          <a:p>
            <a:pPr lvl="2">
              <a:defRPr sz="1800"/>
            </a:pPr>
            <a:r>
              <a:rPr sz="800"/>
              <a:t>Textebene 3</a:t>
            </a:r>
          </a:p>
          <a:p>
            <a:pPr lvl="3">
              <a:defRPr sz="1800"/>
            </a:pPr>
            <a:r>
              <a:rPr sz="800"/>
              <a:t>Textebene 4</a:t>
            </a:r>
          </a:p>
          <a:p>
            <a:pPr lvl="4">
              <a:defRPr sz="1800"/>
            </a:pPr>
            <a:r>
              <a:rPr sz="800"/>
              <a:t>Textebene 5</a:t>
            </a:r>
          </a:p>
        </p:txBody>
      </p:sp>
      <p:sp>
        <p:nvSpPr>
          <p:cNvPr id="148" name="Shape 14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utr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15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2E5558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151" name="Shape 151"/>
          <p:cNvSpPr>
            <a:spLocks noGrp="1"/>
          </p:cNvSpPr>
          <p:nvPr>
            <p:ph type="title"/>
          </p:nvPr>
        </p:nvSpPr>
        <p:spPr>
          <a:xfrm>
            <a:off x="671975" y="1439999"/>
            <a:ext cx="7575088" cy="3924002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152" name="Shape 152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153" name="image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image1.png"/>
          <p:cNvPicPr/>
          <p:nvPr/>
        </p:nvPicPr>
        <p:blipFill>
          <a:blip r:embed="rId3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Shape 15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E4E4DC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utr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/>
          </p:cNvSpPr>
          <p:nvPr>
            <p:ph type="title"/>
          </p:nvPr>
        </p:nvSpPr>
        <p:spPr>
          <a:xfrm>
            <a:off x="671975" y="0"/>
            <a:ext cx="7575088" cy="5364001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3E5659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3E5659"/>
                </a:solidFill>
              </a:rPr>
              <a:t>Titeltext</a:t>
            </a:r>
          </a:p>
        </p:txBody>
      </p:sp>
      <p:sp>
        <p:nvSpPr>
          <p:cNvPr id="158" name="Shape 158"/>
          <p:cNvSpPr>
            <a:spLocks noGrp="1"/>
          </p:cNvSpPr>
          <p:nvPr>
            <p:ph type="body" idx="1"/>
          </p:nvPr>
        </p:nvSpPr>
        <p:spPr>
          <a:xfrm>
            <a:off x="9859799" y="1092143"/>
            <a:ext cx="1247200" cy="1952204"/>
          </a:xfrm>
          <a:prstGeom prst="rect">
            <a:avLst/>
          </a:prstGeom>
          <a:solidFill>
            <a:srgbClr val="3E5659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159" name="Shape 159"/>
          <p:cNvSpPr>
            <a:spLocks noGrp="1"/>
          </p:cNvSpPr>
          <p:nvPr>
            <p:ph type="sldNum" sz="quarter" idx="2"/>
          </p:nvPr>
        </p:nvSpPr>
        <p:spPr>
          <a:xfrm>
            <a:off x="359999" y="6367429"/>
            <a:ext cx="625840" cy="127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E5659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User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167"/>
          <p:cNvSpPr/>
          <p:nvPr/>
        </p:nvSpPr>
        <p:spPr>
          <a:xfrm>
            <a:off x="358774" y="358775"/>
            <a:ext cx="11109323" cy="482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</a:lstStyle>
          <a:p>
            <a:pPr lvl="0">
              <a:defRPr sz="1800"/>
            </a:pPr>
            <a:r>
              <a:rPr sz="3200"/>
              <a:t>TIPS &amp; TRICKS - YOUR USER GUIDE</a:t>
            </a:r>
          </a:p>
        </p:txBody>
      </p:sp>
      <p:sp>
        <p:nvSpPr>
          <p:cNvPr id="168" name="Shape 168"/>
          <p:cNvSpPr/>
          <p:nvPr/>
        </p:nvSpPr>
        <p:spPr>
          <a:xfrm>
            <a:off x="372257" y="1606549"/>
            <a:ext cx="2448000" cy="3797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TEXT STYLES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Use the </a:t>
            </a:r>
            <a:r>
              <a:rPr sz="900" b="1"/>
              <a:t>TAB</a:t>
            </a:r>
            <a:r>
              <a:rPr sz="900"/>
              <a:t>-key to jump through </a:t>
            </a:r>
            <a:br>
              <a:rPr sz="900"/>
            </a:br>
            <a:r>
              <a:rPr sz="900"/>
              <a:t>levels. Click </a:t>
            </a:r>
            <a:r>
              <a:rPr sz="900" b="1"/>
              <a:t>ENTER</a:t>
            </a:r>
            <a:r>
              <a:rPr sz="900"/>
              <a:t>, then </a:t>
            </a:r>
            <a:r>
              <a:rPr sz="900" b="1"/>
              <a:t>TAB</a:t>
            </a:r>
            <a:r>
              <a:rPr sz="900"/>
              <a:t> to switch from one level to the next level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To go back in levels use </a:t>
            </a:r>
            <a:r>
              <a:rPr sz="900" b="1"/>
              <a:t>SHIFT-TAB</a:t>
            </a: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/>
              <a:t>Alternatively, </a:t>
            </a:r>
            <a:r>
              <a:rPr sz="900" b="1"/>
              <a:t>Increase</a:t>
            </a:r>
            <a:r>
              <a:rPr sz="900"/>
              <a:t> and</a:t>
            </a:r>
            <a:br>
              <a:rPr sz="900"/>
            </a:br>
            <a:r>
              <a:rPr sz="900" b="1"/>
              <a:t>Decrease </a:t>
            </a:r>
            <a:r>
              <a:rPr sz="900"/>
              <a:t>list level can be used</a:t>
            </a:r>
            <a:br>
              <a:rPr sz="900"/>
            </a:br>
            <a:br>
              <a:rPr sz="900"/>
            </a:br>
            <a:r>
              <a:rPr sz="900" b="1"/>
              <a:t>Reset slide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the </a:t>
            </a:r>
            <a:r>
              <a:rPr sz="900" b="1"/>
              <a:t>Reset </a:t>
            </a:r>
            <a:r>
              <a:rPr sz="900"/>
              <a:t>menu to reset position, size and formatting of the slide placeholders to their default settings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br>
              <a:rPr>
                <a:latin typeface="Arial"/>
                <a:ea typeface="Arial"/>
                <a:cs typeface="Arial"/>
                <a:sym typeface="Arial"/>
              </a:rPr>
            </a:br>
            <a:r>
              <a:rPr sz="1600"/>
              <a:t>SLIDES &amp; LAYOUTS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the menu </a:t>
            </a:r>
            <a:r>
              <a:rPr sz="900" b="1"/>
              <a:t>New Slide </a:t>
            </a:r>
            <a:r>
              <a:rPr sz="900"/>
              <a:t>in the </a:t>
            </a:r>
            <a:r>
              <a:rPr sz="900" b="1"/>
              <a:t>Home</a:t>
            </a:r>
            <a:r>
              <a:rPr sz="900"/>
              <a:t> tab to insert a new slide</a:t>
            </a:r>
            <a:br>
              <a:rPr sz="900"/>
            </a:br>
            <a:br>
              <a:rPr sz="900"/>
            </a:br>
            <a:r>
              <a:rPr sz="900" b="1"/>
              <a:t>Change layout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the arrow next to </a:t>
            </a:r>
            <a:r>
              <a:rPr sz="900" b="1"/>
              <a:t>Layout</a:t>
            </a:r>
            <a:br>
              <a:rPr sz="900" b="1"/>
            </a:br>
            <a:r>
              <a:rPr sz="900"/>
              <a:t>to view a dropdown menu of possible slide layouts</a:t>
            </a:r>
          </a:p>
        </p:txBody>
      </p:sp>
      <p:sp>
        <p:nvSpPr>
          <p:cNvPr id="169" name="Shape 169"/>
          <p:cNvSpPr/>
          <p:nvPr/>
        </p:nvSpPr>
        <p:spPr>
          <a:xfrm>
            <a:off x="4309819" y="1615900"/>
            <a:ext cx="2448001" cy="353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PICTURES</a:t>
            </a:r>
            <a:endParaRPr sz="16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/>
              <a:t>On slides with pictureplaceholder, click on the icon and choose </a:t>
            </a:r>
            <a:r>
              <a:rPr sz="900" b="1"/>
              <a:t>Insert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1200"/>
              </a:spcBef>
            </a:pPr>
            <a:r>
              <a:rPr sz="900" b="1"/>
              <a:t>Crop picture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1. </a:t>
            </a:r>
            <a:r>
              <a:rPr sz="900"/>
              <a:t>Click </a:t>
            </a:r>
            <a:r>
              <a:rPr sz="900" b="1"/>
              <a:t>Crop</a:t>
            </a:r>
            <a:r>
              <a:rPr sz="900"/>
              <a:t> to change size or </a:t>
            </a:r>
            <a:br>
              <a:rPr sz="900"/>
            </a:br>
            <a:r>
              <a:rPr sz="900"/>
              <a:t>focus of the picture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2. </a:t>
            </a:r>
            <a:r>
              <a:rPr sz="900"/>
              <a:t>If you want to scale the picture, </a:t>
            </a:r>
            <a:br>
              <a:rPr sz="900"/>
            </a:br>
            <a:r>
              <a:rPr sz="900"/>
              <a:t>hold </a:t>
            </a:r>
            <a:r>
              <a:rPr sz="900" b="1"/>
              <a:t>SHIFT</a:t>
            </a:r>
            <a:r>
              <a:rPr sz="900"/>
              <a:t>-key down while </a:t>
            </a:r>
            <a:br>
              <a:rPr sz="900"/>
            </a:br>
            <a:r>
              <a:rPr sz="900"/>
              <a:t>dragging the corners of the picture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HINT: </a:t>
            </a:r>
            <a:r>
              <a:rPr sz="900"/>
              <a:t>If you delete the picture and </a:t>
            </a:r>
            <a:br>
              <a:rPr sz="900"/>
            </a:br>
            <a:r>
              <a:rPr sz="900"/>
              <a:t>insert a new one, the picture may </a:t>
            </a:r>
            <a:br>
              <a:rPr sz="900"/>
            </a:br>
            <a:r>
              <a:rPr sz="900"/>
              <a:t>lie in front of the text or graphic.</a:t>
            </a:r>
            <a:br>
              <a:rPr sz="900"/>
            </a:br>
            <a:r>
              <a:rPr sz="900"/>
              <a:t>If this happens, select the picture, </a:t>
            </a:r>
            <a:br>
              <a:rPr sz="900"/>
            </a:br>
            <a:r>
              <a:rPr sz="900"/>
              <a:t>right-click and choose </a:t>
            </a:r>
            <a:r>
              <a:rPr sz="900" b="1"/>
              <a:t>Send to Back</a:t>
            </a: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1600"/>
              <a:t>COLOR COMBINATIONS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For inspirational color combinations please visit </a:t>
            </a:r>
            <a:r>
              <a:rPr sz="900">
                <a:hlinkClick r:id="rId2"/>
              </a:rPr>
              <a:t>www.muuto.com/color-list</a:t>
            </a:r>
          </a:p>
        </p:txBody>
      </p:sp>
      <p:sp>
        <p:nvSpPr>
          <p:cNvPr id="170" name="Shape 170"/>
          <p:cNvSpPr/>
          <p:nvPr/>
        </p:nvSpPr>
        <p:spPr>
          <a:xfrm>
            <a:off x="8247063" y="1606550"/>
            <a:ext cx="2448001" cy="453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HEADER &amp; FOOTER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Do this at the very end to apply the changes on all slides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</a:t>
            </a:r>
            <a:r>
              <a:rPr sz="900" b="1"/>
              <a:t>Header and Footer </a:t>
            </a:r>
            <a:r>
              <a:rPr sz="900"/>
              <a:t>in the </a:t>
            </a:r>
            <a:r>
              <a:rPr sz="900" b="1"/>
              <a:t>Insert</a:t>
            </a:r>
            <a:r>
              <a:rPr sz="900"/>
              <a:t> tab (write the desired text, click date or page number from or to)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</a:t>
            </a:r>
            <a:r>
              <a:rPr sz="900" b="1"/>
              <a:t>Apply to All </a:t>
            </a:r>
            <a:r>
              <a:rPr sz="900"/>
              <a:t>or </a:t>
            </a:r>
            <a:r>
              <a:rPr sz="900" b="1"/>
              <a:t>Apply</a:t>
            </a:r>
            <a:r>
              <a:rPr sz="900"/>
              <a:t> if only used on one slide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1600"/>
              <a:t>GUIDES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the </a:t>
            </a:r>
            <a:r>
              <a:rPr sz="900" b="1"/>
              <a:t>View</a:t>
            </a:r>
            <a:r>
              <a:rPr sz="900"/>
              <a:t> tab and set tick mark next to </a:t>
            </a:r>
            <a:r>
              <a:rPr sz="900" b="1"/>
              <a:t>Guides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HINT: Alt + F9 </a:t>
            </a:r>
            <a:r>
              <a:rPr sz="900"/>
              <a:t>for quick view of guides</a:t>
            </a:r>
            <a:br>
              <a:rPr sz="900"/>
            </a:br>
            <a:r>
              <a:rPr sz="900" b="1"/>
              <a:t>Mac: </a:t>
            </a:r>
            <a:r>
              <a:rPr sz="900">
                <a:solidFill>
                  <a:srgbClr val="333333"/>
                </a:solidFill>
              </a:rPr>
              <a:t>⌘ </a:t>
            </a:r>
            <a:r>
              <a:rPr sz="900"/>
              <a:t>+ option + ctrl + G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1600"/>
              <a:t>COPY/PASTE CONTENT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When copying old content to your new presentation, 2 options are available: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1. Best practice: </a:t>
            </a:r>
            <a:r>
              <a:rPr sz="900"/>
              <a:t>Create a slide in your new presentation and copy </a:t>
            </a:r>
            <a:r>
              <a:rPr sz="900" u="sng"/>
              <a:t>one</a:t>
            </a:r>
            <a:r>
              <a:rPr sz="900"/>
              <a:t> piece of content at a time (e.g. copy all text from </a:t>
            </a:r>
            <a:r>
              <a:rPr sz="900" u="sng"/>
              <a:t>one</a:t>
            </a:r>
            <a:r>
              <a:rPr sz="900"/>
              <a:t> textbox)</a:t>
            </a:r>
            <a:endParaRPr sz="900" b="1" u="sng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 b="1"/>
              <a:t>2. </a:t>
            </a:r>
            <a:r>
              <a:rPr sz="900"/>
              <a:t>Or copy an entire slide into your new presentation and then choose a fitting layout. Remember to delete the old, wrong layouts (go to View &gt; Slidemaster and delete them)</a:t>
            </a:r>
          </a:p>
        </p:txBody>
      </p:sp>
      <p:pic>
        <p:nvPicPr>
          <p:cNvPr id="171" name="image3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2765231" y="4943664"/>
            <a:ext cx="475429" cy="1767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4.png"/>
          <p:cNvPicPr/>
          <p:nvPr/>
        </p:nvPicPr>
        <p:blipFill>
          <a:blip r:embed="rId4"/>
          <a:srcRect l="3901" t="45141" r="62601" b="9046"/>
          <a:stretch>
            <a:fillRect/>
          </a:stretch>
        </p:blipFill>
        <p:spPr>
          <a:xfrm>
            <a:off x="6537876" y="1898938"/>
            <a:ext cx="341205" cy="321708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5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2765231" y="4126669"/>
            <a:ext cx="328882" cy="505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mage6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2767930" y="3393514"/>
            <a:ext cx="538466" cy="1728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image7.png"/>
          <p:cNvPicPr/>
          <p:nvPr/>
        </p:nvPicPr>
        <p:blipFill>
          <a:blip r:embed="rId7"/>
          <a:stretch>
            <a:fillRect/>
          </a:stretch>
        </p:blipFill>
        <p:spPr>
          <a:xfrm>
            <a:off x="6614020" y="2617418"/>
            <a:ext cx="313789" cy="543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8.png"/>
          <p:cNvPicPr/>
          <p:nvPr/>
        </p:nvPicPr>
        <p:blipFill>
          <a:blip r:embed="rId8"/>
          <a:stretch>
            <a:fillRect/>
          </a:stretch>
        </p:blipFill>
        <p:spPr>
          <a:xfrm>
            <a:off x="10888185" y="2144296"/>
            <a:ext cx="378294" cy="54336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image9.png"/>
          <p:cNvPicPr/>
          <p:nvPr/>
        </p:nvPicPr>
        <p:blipFill>
          <a:blip r:embed="rId9"/>
          <a:stretch>
            <a:fillRect/>
          </a:stretch>
        </p:blipFill>
        <p:spPr>
          <a:xfrm>
            <a:off x="2765231" y="2682224"/>
            <a:ext cx="457144" cy="2571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&gt;Do not use layouts after this &gt;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/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spcBef>
                <a:spcPts val="600"/>
              </a:spcBef>
              <a:defRPr sz="1400"/>
            </a:pPr>
            <a:endParaRPr/>
          </a:p>
        </p:txBody>
      </p:sp>
      <p:sp>
        <p:nvSpPr>
          <p:cNvPr id="180" name="Shape 180"/>
          <p:cNvSpPr/>
          <p:nvPr/>
        </p:nvSpPr>
        <p:spPr>
          <a:xfrm>
            <a:off x="430212" y="656822"/>
            <a:ext cx="11356979" cy="336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 algn="ctr">
              <a:spcBef>
                <a:spcPts val="600"/>
              </a:spcBef>
            </a:pPr>
            <a:r>
              <a:rPr sz="4400">
                <a:solidFill>
                  <a:srgbClr val="FFFFFF"/>
                </a:solidFill>
              </a:rPr>
              <a:t>If you see any </a:t>
            </a:r>
            <a:r>
              <a:rPr sz="4400" b="1">
                <a:solidFill>
                  <a:srgbClr val="FFFFFF"/>
                </a:solidFill>
              </a:rPr>
              <a:t>layouts after this </a:t>
            </a:r>
            <a:r>
              <a:rPr sz="4400">
                <a:solidFill>
                  <a:srgbClr val="FFFFFF"/>
                </a:solidFill>
              </a:rPr>
              <a:t>one</a:t>
            </a:r>
            <a:r>
              <a:rPr sz="4400" b="1" i="1">
                <a:solidFill>
                  <a:srgbClr val="FFFFFF"/>
                </a:solidFill>
              </a:rPr>
              <a:t>,</a:t>
            </a:r>
            <a:br>
              <a:rPr sz="4400" b="1" i="1">
                <a:solidFill>
                  <a:srgbClr val="FFFFFF"/>
                </a:solidFill>
              </a:rPr>
            </a:br>
            <a:r>
              <a:rPr sz="4400">
                <a:solidFill>
                  <a:srgbClr val="FFFFFF"/>
                </a:solidFill>
              </a:rPr>
              <a:t>do not use them. These layouts </a:t>
            </a:r>
            <a:r>
              <a:rPr sz="4400" b="1">
                <a:solidFill>
                  <a:srgbClr val="FFFFFF"/>
                </a:solidFill>
              </a:rPr>
              <a:t>are not </a:t>
            </a:r>
            <a:r>
              <a:rPr sz="4400">
                <a:solidFill>
                  <a:srgbClr val="FFFFFF"/>
                </a:solidFill>
              </a:rPr>
              <a:t>part of our corporate template.</a:t>
            </a:r>
            <a:br>
              <a:rPr sz="4400">
                <a:solidFill>
                  <a:srgbClr val="FFFFFF"/>
                </a:solidFill>
              </a:rPr>
            </a:br>
            <a:br>
              <a:rPr sz="4400">
                <a:solidFill>
                  <a:srgbClr val="FFFFFF"/>
                </a:solidFill>
              </a:rPr>
            </a:br>
            <a:endParaRPr sz="4400">
              <a:solidFill>
                <a:srgbClr val="FFFFFF"/>
              </a:solidFill>
            </a:endParaRPr>
          </a:p>
        </p:txBody>
      </p:sp>
      <p:grpSp>
        <p:nvGrpSpPr>
          <p:cNvPr id="183" name="Group 183"/>
          <p:cNvGrpSpPr/>
          <p:nvPr/>
        </p:nvGrpSpPr>
        <p:grpSpPr>
          <a:xfrm>
            <a:off x="10755685" y="3110500"/>
            <a:ext cx="900704" cy="1466240"/>
            <a:chOff x="0" y="0"/>
            <a:chExt cx="900702" cy="1466239"/>
          </a:xfrm>
        </p:grpSpPr>
        <p:sp>
          <p:nvSpPr>
            <p:cNvPr id="181" name="Shape 181"/>
            <p:cNvSpPr/>
            <p:nvPr/>
          </p:nvSpPr>
          <p:spPr>
            <a:xfrm rot="13500000">
              <a:off x="-68043" y="331852"/>
              <a:ext cx="1036789" cy="2369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spcBef>
                  <a:spcPts val="600"/>
                </a:spcBef>
                <a:defRPr sz="1400"/>
              </a:pPr>
              <a:endParaRPr/>
            </a:p>
          </p:txBody>
        </p:sp>
        <p:sp>
          <p:nvSpPr>
            <p:cNvPr id="182" name="Shape 182"/>
            <p:cNvSpPr/>
            <p:nvPr/>
          </p:nvSpPr>
          <p:spPr>
            <a:xfrm rot="18900000">
              <a:off x="-68043" y="897389"/>
              <a:ext cx="1036789" cy="2369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spcBef>
                  <a:spcPts val="600"/>
                </a:spcBef>
                <a:defRPr sz="1400"/>
              </a:pPr>
              <a:endParaRPr/>
            </a:p>
          </p:txBody>
        </p:sp>
      </p:grpSp>
      <p:sp>
        <p:nvSpPr>
          <p:cNvPr id="184" name="Shape 184"/>
          <p:cNvSpPr/>
          <p:nvPr/>
        </p:nvSpPr>
        <p:spPr>
          <a:xfrm>
            <a:off x="430212" y="2588373"/>
            <a:ext cx="10152348" cy="219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3800" b="1">
                <a:solidFill>
                  <a:srgbClr val="FFFFFF"/>
                </a:solidFill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13800" b="1">
                <a:solidFill>
                  <a:srgbClr val="FFFFFF"/>
                </a:solidFill>
              </a:rPr>
              <a:t>Do not use </a:t>
            </a:r>
          </a:p>
        </p:txBody>
      </p:sp>
      <p:sp>
        <p:nvSpPr>
          <p:cNvPr id="185" name="Shape 185"/>
          <p:cNvSpPr/>
          <p:nvPr/>
        </p:nvSpPr>
        <p:spPr>
          <a:xfrm>
            <a:off x="430213" y="5186455"/>
            <a:ext cx="11356976" cy="99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0" algn="ctr">
              <a:spcBef>
                <a:spcPts val="600"/>
              </a:spcBef>
            </a:pPr>
            <a:r>
              <a:rPr sz="2000">
                <a:solidFill>
                  <a:srgbClr val="FFFFFF"/>
                </a:solidFill>
              </a:rPr>
              <a:t>Due to PowerPoint’s standard Copy/Paste functionality extra undesirable layouts can appear.</a:t>
            </a:r>
          </a:p>
          <a:p>
            <a:pPr lvl="0" algn="ctr">
              <a:spcBef>
                <a:spcPts val="600"/>
              </a:spcBef>
            </a:pPr>
            <a:r>
              <a:rPr sz="2000">
                <a:solidFill>
                  <a:srgbClr val="FFFFFF"/>
                </a:solidFill>
              </a:rPr>
              <a:t>Also notice: Layouts after this might contain potential confidential information.</a:t>
            </a:r>
            <a:br>
              <a:rPr sz="2000">
                <a:solidFill>
                  <a:srgbClr val="FFFFFF"/>
                </a:solidFill>
              </a:rPr>
            </a:br>
            <a:endParaRPr sz="20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E8DE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3" name="Shape 3"/>
          <p:cNvSpPr>
            <a:spLocks noGrp="1"/>
          </p:cNvSpPr>
          <p:nvPr>
            <p:ph type="title"/>
          </p:nvPr>
        </p:nvSpPr>
        <p:spPr>
          <a:xfrm>
            <a:off x="671975" y="1800000"/>
            <a:ext cx="3271376" cy="338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b"/>
          <a:lstStyle/>
          <a:p>
            <a:pPr lvl="0">
              <a:defRPr sz="1800" cap="none"/>
            </a:pPr>
            <a:r>
              <a:rPr sz="4800" cap="all"/>
              <a:t>Titeltext</a:t>
            </a:r>
          </a:p>
        </p:txBody>
      </p:sp>
      <p:sp>
        <p:nvSpPr>
          <p:cNvPr id="4" name="Shape 4"/>
          <p:cNvSpPr/>
          <p:nvPr/>
        </p:nvSpPr>
        <p:spPr>
          <a:xfrm>
            <a:off x="-1775505" y="358775"/>
            <a:ext cx="1534161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color by clicking on the background and choose a color from the Color Theme or Custom Colors:</a:t>
            </a:r>
          </a:p>
        </p:txBody>
      </p:sp>
      <p:pic>
        <p:nvPicPr>
          <p:cNvPr id="5" name="image2.png"/>
          <p:cNvPicPr/>
          <p:nvPr/>
        </p:nvPicPr>
        <p:blipFill>
          <a:blip r:embed="rId24"/>
          <a:stretch>
            <a:fillRect/>
          </a:stretch>
        </p:blipFill>
        <p:spPr>
          <a:xfrm>
            <a:off x="-1783171" y="1220812"/>
            <a:ext cx="698170" cy="219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image1.png"/>
          <p:cNvPicPr/>
          <p:nvPr/>
        </p:nvPicPr>
        <p:blipFill>
          <a:blip r:embed="rId25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Shape 7"/>
          <p:cNvSpPr>
            <a:spLocks noGrp="1"/>
          </p:cNvSpPr>
          <p:nvPr>
            <p:ph type="sldNum" sz="quarter" idx="2"/>
          </p:nvPr>
        </p:nvSpPr>
        <p:spPr>
          <a:xfrm>
            <a:off x="359999" y="6368615"/>
            <a:ext cx="625840" cy="1270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>
              <a:defRPr sz="800"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4" r:id="rId3"/>
    <p:sldLayoutId id="2147483655" r:id="rId4"/>
    <p:sldLayoutId id="2147483663" r:id="rId5"/>
    <p:sldLayoutId id="2147483666" r:id="rId6"/>
    <p:sldLayoutId id="2147483668" r:id="rId7"/>
    <p:sldLayoutId id="2147483669" r:id="rId8"/>
    <p:sldLayoutId id="2147483670" r:id="rId9"/>
    <p:sldLayoutId id="2147483671" r:id="rId10"/>
    <p:sldLayoutId id="2147483673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6" r:id="rId21"/>
    <p:sldLayoutId id="2147483687" r:id="rId22"/>
  </p:sldLayoutIdLst>
  <p:transition spd="med"/>
  <p:txStyles>
    <p:titleStyle>
      <a:lvl1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1pPr>
      <a:lvl2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2pPr>
      <a:lvl3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3pPr>
      <a:lvl4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4pPr>
      <a:lvl5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5pPr>
      <a:lvl6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6pPr>
      <a:lvl7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7pPr>
      <a:lvl8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8pPr>
      <a:lvl9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9pPr>
    </p:titleStyle>
    <p:bodyStyle>
      <a:lvl1pPr>
        <a:lnSpc>
          <a:spcPct val="90000"/>
        </a:lnSpc>
        <a:spcBef>
          <a:spcPts val="600"/>
        </a:spcBef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1pPr>
      <a:lvl2pPr marL="286874" indent="-16874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2pPr>
      <a:lvl3pPr marL="556874" indent="-16874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3pPr>
      <a:lvl4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4pPr>
      <a:lvl5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5pPr>
      <a:lvl6pPr marL="18000" indent="-18000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6pPr>
      <a:lvl7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7pPr>
      <a:lvl8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8pPr>
      <a:lvl9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9pPr>
    </p:bodyStyle>
    <p:otherStyle>
      <a:lvl1pPr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1pPr>
      <a:lvl2pPr indent="4572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2pPr>
      <a:lvl3pPr indent="9144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3pPr>
      <a:lvl4pPr indent="13716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4pPr>
      <a:lvl5pPr indent="18288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5pPr>
      <a:lvl6pPr indent="22860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6pPr>
      <a:lvl7pPr indent="27432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7pPr>
      <a:lvl8pPr indent="32004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8pPr>
      <a:lvl9pPr indent="36576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C939A-9AFF-37D3-7455-2CADA666C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11DE14-28D1-198E-B192-ECE6B2C4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L</a:t>
            </a:r>
            <a:r>
              <a:rPr lang="en-US"/>
              <a:t>IVING ROOM – SHOP THE LOOKS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29BD272-38F6-E436-CFD1-95B98A4E8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chemeClr val="tx1"/>
                </a:solidFill>
                <a:effectLst/>
              </a:rPr>
              <a:t>OVERVIEW</a:t>
            </a:r>
          </a:p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A0329-DD56-31BF-CE47-A4E893D16F14}"/>
              </a:ext>
            </a:extLst>
          </p:cNvPr>
          <p:cNvSpPr txBox="1"/>
          <p:nvPr/>
        </p:nvSpPr>
        <p:spPr>
          <a:xfrm>
            <a:off x="215576" y="1235130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7BB32D-413E-BDB3-1978-0532A90925EA}"/>
              </a:ext>
            </a:extLst>
          </p:cNvPr>
          <p:cNvSpPr txBox="1"/>
          <p:nvPr/>
        </p:nvSpPr>
        <p:spPr>
          <a:xfrm>
            <a:off x="3216263" y="1235130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03A8AB-2A0B-70D2-83DE-0EB950F1019F}"/>
              </a:ext>
            </a:extLst>
          </p:cNvPr>
          <p:cNvSpPr txBox="1"/>
          <p:nvPr/>
        </p:nvSpPr>
        <p:spPr>
          <a:xfrm>
            <a:off x="6216950" y="1235130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{{Rendering3}}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8AE316-B85B-C433-FD9B-181F3BB9D048}"/>
              </a:ext>
            </a:extLst>
          </p:cNvPr>
          <p:cNvSpPr txBox="1"/>
          <p:nvPr/>
        </p:nvSpPr>
        <p:spPr>
          <a:xfrm>
            <a:off x="9217637" y="1235130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{{Rendering4}}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D889E4-BB5B-4D12-AAFB-76BAC5B4DEE9}"/>
              </a:ext>
            </a:extLst>
          </p:cNvPr>
          <p:cNvSpPr txBox="1"/>
          <p:nvPr/>
        </p:nvSpPr>
        <p:spPr>
          <a:xfrm>
            <a:off x="215576" y="3093008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{{Rendering5}}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539866-0BF9-6683-D9D3-E3D7A6B1C1C3}"/>
              </a:ext>
            </a:extLst>
          </p:cNvPr>
          <p:cNvSpPr txBox="1"/>
          <p:nvPr/>
        </p:nvSpPr>
        <p:spPr>
          <a:xfrm>
            <a:off x="3216263" y="3093008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{{Rendering6}}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20FF5F-C758-F44C-78D1-10907C77910A}"/>
              </a:ext>
            </a:extLst>
          </p:cNvPr>
          <p:cNvSpPr txBox="1"/>
          <p:nvPr/>
        </p:nvSpPr>
        <p:spPr>
          <a:xfrm>
            <a:off x="6216950" y="3093008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{{Rendering7}}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AC3CF1-7CDB-14B1-2821-5DA6F9255D3A}"/>
              </a:ext>
            </a:extLst>
          </p:cNvPr>
          <p:cNvSpPr txBox="1"/>
          <p:nvPr/>
        </p:nvSpPr>
        <p:spPr>
          <a:xfrm>
            <a:off x="9217637" y="3093008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{{Rendering8}}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05D57C-C72E-A224-DAC5-0CE94B38A08B}"/>
              </a:ext>
            </a:extLst>
          </p:cNvPr>
          <p:cNvSpPr txBox="1"/>
          <p:nvPr/>
        </p:nvSpPr>
        <p:spPr>
          <a:xfrm>
            <a:off x="227607" y="4950887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{{Rendering9}}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1F4C3F-D89F-8BCB-ACD9-FB51F262A764}"/>
              </a:ext>
            </a:extLst>
          </p:cNvPr>
          <p:cNvSpPr txBox="1"/>
          <p:nvPr/>
        </p:nvSpPr>
        <p:spPr>
          <a:xfrm>
            <a:off x="3228294" y="4950887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{{Rendering10}}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D8146-B72F-B3E6-3B1B-5EDEF91D426A}"/>
              </a:ext>
            </a:extLst>
          </p:cNvPr>
          <p:cNvSpPr txBox="1"/>
          <p:nvPr/>
        </p:nvSpPr>
        <p:spPr>
          <a:xfrm>
            <a:off x="6228981" y="4950887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 dirty="0">
                <a:solidFill>
                  <a:schemeClr val="tx1"/>
                </a:solidFill>
              </a:rPr>
              <a:t>{{Rendering11}}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D83DE3-1A9B-9D31-EA24-674E82B8DE65}"/>
              </a:ext>
            </a:extLst>
          </p:cNvPr>
          <p:cNvSpPr txBox="1"/>
          <p:nvPr/>
        </p:nvSpPr>
        <p:spPr>
          <a:xfrm>
            <a:off x="9229668" y="4950887"/>
            <a:ext cx="2734725" cy="154711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noAutofit/>
          </a:bodyPr>
          <a:lstStyle/>
          <a:p>
            <a:r>
              <a:rPr lang="en-GB" sz="1800">
                <a:solidFill>
                  <a:schemeClr val="tx1"/>
                </a:solidFill>
              </a:rPr>
              <a:t>{{Rendering12}}</a:t>
            </a:r>
            <a:endParaRPr lang="en-GB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199293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A2DD0-253D-A46A-8B60-4CECDEB0D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843">
            <a:extLst>
              <a:ext uri="{FF2B5EF4-FFF2-40B4-BE49-F238E27FC236}">
                <a16:creationId xmlns:a16="http://schemas.microsoft.com/office/drawing/2014/main" id="{9EAD78C1-B90E-5ADA-926A-90964D034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359999"/>
            <a:ext cx="11469600" cy="162002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defRPr sz="1078"/>
            </a:lvl1pPr>
          </a:lstStyle>
          <a:p>
            <a:pPr lvl="0">
              <a:defRPr sz="1800" cap="none"/>
            </a:pPr>
            <a:r>
              <a:rPr sz="1078" cap="all"/>
              <a:t>SHOP THE LOOK</a:t>
            </a:r>
          </a:p>
        </p:txBody>
      </p:sp>
      <p:sp>
        <p:nvSpPr>
          <p:cNvPr id="844" name="Shape 844">
            <a:extLst>
              <a:ext uri="{FF2B5EF4-FFF2-40B4-BE49-F238E27FC236}">
                <a16:creationId xmlns:a16="http://schemas.microsoft.com/office/drawing/2014/main" id="{835E21EB-F358-A13F-5A24-D0131E684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11469600" cy="162001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spcBef>
                <a:spcPts val="400"/>
              </a:spcBef>
              <a:defRPr sz="1078"/>
            </a:lvl1pPr>
          </a:lstStyle>
          <a:p>
            <a:r>
              <a:rPr lang="en-GB" sz="1100" dirty="0">
                <a:solidFill>
                  <a:schemeClr val="tx1"/>
                </a:solidFill>
              </a:rPr>
              <a:t>{{</a:t>
            </a:r>
            <a:r>
              <a:rPr lang="en-GB" sz="1100" dirty="0" err="1">
                <a:solidFill>
                  <a:schemeClr val="tx1"/>
                </a:solidFill>
              </a:rPr>
              <a:t>SettingNAME</a:t>
            </a:r>
            <a:r>
              <a:rPr lang="en-GB" sz="11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859" name="Shape 859">
            <a:extLst>
              <a:ext uri="{FF2B5EF4-FFF2-40B4-BE49-F238E27FC236}">
                <a16:creationId xmlns:a16="http://schemas.microsoft.com/office/drawing/2014/main" id="{32C4BB6A-3294-EFEA-8CF4-2ED613D944ED}"/>
              </a:ext>
            </a:extLst>
          </p:cNvPr>
          <p:cNvSpPr/>
          <p:nvPr/>
        </p:nvSpPr>
        <p:spPr>
          <a:xfrm>
            <a:off x="6262875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1}}</a:t>
            </a:r>
          </a:p>
        </p:txBody>
      </p:sp>
      <p:sp>
        <p:nvSpPr>
          <p:cNvPr id="860" name="Shape 860">
            <a:extLst>
              <a:ext uri="{FF2B5EF4-FFF2-40B4-BE49-F238E27FC236}">
                <a16:creationId xmlns:a16="http://schemas.microsoft.com/office/drawing/2014/main" id="{2E312DF5-29DB-6529-7DD1-887F102B2794}"/>
              </a:ext>
            </a:extLst>
          </p:cNvPr>
          <p:cNvSpPr/>
          <p:nvPr/>
        </p:nvSpPr>
        <p:spPr>
          <a:xfrm>
            <a:off x="7705606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2}}</a:t>
            </a:r>
          </a:p>
        </p:txBody>
      </p:sp>
      <p:sp>
        <p:nvSpPr>
          <p:cNvPr id="861" name="Shape 861">
            <a:extLst>
              <a:ext uri="{FF2B5EF4-FFF2-40B4-BE49-F238E27FC236}">
                <a16:creationId xmlns:a16="http://schemas.microsoft.com/office/drawing/2014/main" id="{5DA2A25A-6265-BE6E-4A97-D1AE016B934E}"/>
              </a:ext>
            </a:extLst>
          </p:cNvPr>
          <p:cNvSpPr/>
          <p:nvPr/>
        </p:nvSpPr>
        <p:spPr>
          <a:xfrm>
            <a:off x="9148337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3}}</a:t>
            </a:r>
          </a:p>
        </p:txBody>
      </p:sp>
      <p:sp>
        <p:nvSpPr>
          <p:cNvPr id="875" name="Shape 875">
            <a:extLst>
              <a:ext uri="{FF2B5EF4-FFF2-40B4-BE49-F238E27FC236}">
                <a16:creationId xmlns:a16="http://schemas.microsoft.com/office/drawing/2014/main" id="{34D0A036-F5A4-610F-78FA-7893C968EEA6}"/>
              </a:ext>
            </a:extLst>
          </p:cNvPr>
          <p:cNvSpPr/>
          <p:nvPr/>
        </p:nvSpPr>
        <p:spPr>
          <a:xfrm>
            <a:off x="3349792" y="4362476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SHOP THE LOOK - {{SETTINGNAME}}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4A5725-93FD-16D0-EA85-66B41A1244BB}"/>
              </a:ext>
            </a:extLst>
          </p:cNvPr>
          <p:cNvSpPr txBox="1">
            <a:spLocks noChangeAspect="1"/>
          </p:cNvSpPr>
          <p:nvPr/>
        </p:nvSpPr>
        <p:spPr>
          <a:xfrm>
            <a:off x="6253940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9E01A-2759-22B3-DC3E-EC804BA52AA4}"/>
              </a:ext>
            </a:extLst>
          </p:cNvPr>
          <p:cNvSpPr txBox="1">
            <a:spLocks noChangeAspect="1"/>
          </p:cNvSpPr>
          <p:nvPr/>
        </p:nvSpPr>
        <p:spPr>
          <a:xfrm>
            <a:off x="7674274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{{ProductPackshot2}}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735766-B36D-C230-3EFA-C1B03D3B96A1}"/>
              </a:ext>
            </a:extLst>
          </p:cNvPr>
          <p:cNvSpPr txBox="1">
            <a:spLocks noChangeAspect="1"/>
          </p:cNvSpPr>
          <p:nvPr/>
        </p:nvSpPr>
        <p:spPr>
          <a:xfrm>
            <a:off x="9094608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{{ProductPackshot3}}</a:t>
            </a:r>
          </a:p>
        </p:txBody>
      </p:sp>
      <p:sp>
        <p:nvSpPr>
          <p:cNvPr id="22" name="Shape 861">
            <a:extLst>
              <a:ext uri="{FF2B5EF4-FFF2-40B4-BE49-F238E27FC236}">
                <a16:creationId xmlns:a16="http://schemas.microsoft.com/office/drawing/2014/main" id="{A9F72BBE-E4F9-4FC5-855A-0AFC74B1C5B4}"/>
              </a:ext>
            </a:extLst>
          </p:cNvPr>
          <p:cNvSpPr/>
          <p:nvPr/>
        </p:nvSpPr>
        <p:spPr>
          <a:xfrm>
            <a:off x="10591068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4}}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9758E0-9050-AF15-E9ED-ED90B3F025B6}"/>
              </a:ext>
            </a:extLst>
          </p:cNvPr>
          <p:cNvSpPr txBox="1">
            <a:spLocks noChangeAspect="1"/>
          </p:cNvSpPr>
          <p:nvPr/>
        </p:nvSpPr>
        <p:spPr>
          <a:xfrm>
            <a:off x="10514942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{{ProductPackshot4}}</a:t>
            </a:r>
          </a:p>
        </p:txBody>
      </p:sp>
      <p:sp>
        <p:nvSpPr>
          <p:cNvPr id="28" name="Shape 859">
            <a:extLst>
              <a:ext uri="{FF2B5EF4-FFF2-40B4-BE49-F238E27FC236}">
                <a16:creationId xmlns:a16="http://schemas.microsoft.com/office/drawing/2014/main" id="{A5F9179C-F2A0-1EF8-2852-20861081CEC2}"/>
              </a:ext>
            </a:extLst>
          </p:cNvPr>
          <p:cNvSpPr/>
          <p:nvPr/>
        </p:nvSpPr>
        <p:spPr>
          <a:xfrm>
            <a:off x="6255748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5}}</a:t>
            </a:r>
          </a:p>
        </p:txBody>
      </p:sp>
      <p:sp>
        <p:nvSpPr>
          <p:cNvPr id="29" name="Shape 860">
            <a:extLst>
              <a:ext uri="{FF2B5EF4-FFF2-40B4-BE49-F238E27FC236}">
                <a16:creationId xmlns:a16="http://schemas.microsoft.com/office/drawing/2014/main" id="{BA5625BE-AB73-07DD-B726-530F77678C68}"/>
              </a:ext>
            </a:extLst>
          </p:cNvPr>
          <p:cNvSpPr/>
          <p:nvPr/>
        </p:nvSpPr>
        <p:spPr>
          <a:xfrm>
            <a:off x="7698479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6}}</a:t>
            </a:r>
          </a:p>
        </p:txBody>
      </p:sp>
      <p:sp>
        <p:nvSpPr>
          <p:cNvPr id="30" name="Shape 861">
            <a:extLst>
              <a:ext uri="{FF2B5EF4-FFF2-40B4-BE49-F238E27FC236}">
                <a16:creationId xmlns:a16="http://schemas.microsoft.com/office/drawing/2014/main" id="{CF070172-313E-10E1-5B6B-66EE9055BD17}"/>
              </a:ext>
            </a:extLst>
          </p:cNvPr>
          <p:cNvSpPr/>
          <p:nvPr/>
        </p:nvSpPr>
        <p:spPr>
          <a:xfrm>
            <a:off x="9141210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7}}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2A13CD-020E-2B39-338F-567DA9F7792C}"/>
              </a:ext>
            </a:extLst>
          </p:cNvPr>
          <p:cNvSpPr txBox="1">
            <a:spLocks noChangeAspect="1"/>
          </p:cNvSpPr>
          <p:nvPr/>
        </p:nvSpPr>
        <p:spPr>
          <a:xfrm>
            <a:off x="6246813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{{ProductPackshot5}}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057467-3E4F-581A-B7ED-C232BB95D19B}"/>
              </a:ext>
            </a:extLst>
          </p:cNvPr>
          <p:cNvSpPr txBox="1">
            <a:spLocks noChangeAspect="1"/>
          </p:cNvSpPr>
          <p:nvPr/>
        </p:nvSpPr>
        <p:spPr>
          <a:xfrm>
            <a:off x="7667147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{{ProductPackshot6}}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C87074-27BC-03BB-B208-1EB02E1DA77B}"/>
              </a:ext>
            </a:extLst>
          </p:cNvPr>
          <p:cNvSpPr txBox="1">
            <a:spLocks noChangeAspect="1"/>
          </p:cNvSpPr>
          <p:nvPr/>
        </p:nvSpPr>
        <p:spPr>
          <a:xfrm>
            <a:off x="9087481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{{ProductPackshot7}}</a:t>
            </a:r>
          </a:p>
        </p:txBody>
      </p:sp>
      <p:sp>
        <p:nvSpPr>
          <p:cNvPr id="34" name="Shape 861">
            <a:extLst>
              <a:ext uri="{FF2B5EF4-FFF2-40B4-BE49-F238E27FC236}">
                <a16:creationId xmlns:a16="http://schemas.microsoft.com/office/drawing/2014/main" id="{415BC6C3-CD73-7AC9-42F8-4A8F977287AD}"/>
              </a:ext>
            </a:extLst>
          </p:cNvPr>
          <p:cNvSpPr/>
          <p:nvPr/>
        </p:nvSpPr>
        <p:spPr>
          <a:xfrm>
            <a:off x="10583941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8}}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774225-BCE6-47C2-E181-C9D8B0DD86BD}"/>
              </a:ext>
            </a:extLst>
          </p:cNvPr>
          <p:cNvSpPr txBox="1">
            <a:spLocks noChangeAspect="1"/>
          </p:cNvSpPr>
          <p:nvPr/>
        </p:nvSpPr>
        <p:spPr>
          <a:xfrm>
            <a:off x="10507815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{{ProductPackshot8}}</a:t>
            </a:r>
          </a:p>
        </p:txBody>
      </p:sp>
      <p:sp>
        <p:nvSpPr>
          <p:cNvPr id="36" name="Shape 859">
            <a:extLst>
              <a:ext uri="{FF2B5EF4-FFF2-40B4-BE49-F238E27FC236}">
                <a16:creationId xmlns:a16="http://schemas.microsoft.com/office/drawing/2014/main" id="{FC4A75D0-33CC-1CA3-D6B7-1CFC9360ADCA}"/>
              </a:ext>
            </a:extLst>
          </p:cNvPr>
          <p:cNvSpPr/>
          <p:nvPr/>
        </p:nvSpPr>
        <p:spPr>
          <a:xfrm>
            <a:off x="6248621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9}}</a:t>
            </a:r>
          </a:p>
        </p:txBody>
      </p:sp>
      <p:sp>
        <p:nvSpPr>
          <p:cNvPr id="37" name="Shape 860">
            <a:extLst>
              <a:ext uri="{FF2B5EF4-FFF2-40B4-BE49-F238E27FC236}">
                <a16:creationId xmlns:a16="http://schemas.microsoft.com/office/drawing/2014/main" id="{899EBBE9-AAC0-88EB-4FA6-105EDEF4E771}"/>
              </a:ext>
            </a:extLst>
          </p:cNvPr>
          <p:cNvSpPr/>
          <p:nvPr/>
        </p:nvSpPr>
        <p:spPr>
          <a:xfrm>
            <a:off x="7691352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10}}</a:t>
            </a:r>
          </a:p>
        </p:txBody>
      </p:sp>
      <p:sp>
        <p:nvSpPr>
          <p:cNvPr id="38" name="Shape 861">
            <a:extLst>
              <a:ext uri="{FF2B5EF4-FFF2-40B4-BE49-F238E27FC236}">
                <a16:creationId xmlns:a16="http://schemas.microsoft.com/office/drawing/2014/main" id="{C205E67E-D60E-7CED-2E6B-F7267E498AA5}"/>
              </a:ext>
            </a:extLst>
          </p:cNvPr>
          <p:cNvSpPr/>
          <p:nvPr/>
        </p:nvSpPr>
        <p:spPr>
          <a:xfrm>
            <a:off x="9134083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E7CAE0-7413-A8DC-7511-90B0F2E8ABC5}"/>
              </a:ext>
            </a:extLst>
          </p:cNvPr>
          <p:cNvSpPr txBox="1">
            <a:spLocks noChangeAspect="1"/>
          </p:cNvSpPr>
          <p:nvPr/>
        </p:nvSpPr>
        <p:spPr>
          <a:xfrm>
            <a:off x="6239686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{{ProductPackshot9}}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CED101-E9FB-1CB7-464C-A6EA55B79CD0}"/>
              </a:ext>
            </a:extLst>
          </p:cNvPr>
          <p:cNvSpPr txBox="1">
            <a:spLocks noChangeAspect="1"/>
          </p:cNvSpPr>
          <p:nvPr/>
        </p:nvSpPr>
        <p:spPr>
          <a:xfrm>
            <a:off x="7660020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{{ProductPackshot10}}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EE6173-C5F3-4F2B-C195-12E53774E15C}"/>
              </a:ext>
            </a:extLst>
          </p:cNvPr>
          <p:cNvSpPr txBox="1">
            <a:spLocks noChangeAspect="1"/>
          </p:cNvSpPr>
          <p:nvPr/>
        </p:nvSpPr>
        <p:spPr>
          <a:xfrm>
            <a:off x="9080354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{{ProductPackshot11}}</a:t>
            </a:r>
          </a:p>
        </p:txBody>
      </p:sp>
      <p:sp>
        <p:nvSpPr>
          <p:cNvPr id="42" name="Shape 861">
            <a:extLst>
              <a:ext uri="{FF2B5EF4-FFF2-40B4-BE49-F238E27FC236}">
                <a16:creationId xmlns:a16="http://schemas.microsoft.com/office/drawing/2014/main" id="{D4AD5DC1-14BD-B171-9197-52F218A837D5}"/>
              </a:ext>
            </a:extLst>
          </p:cNvPr>
          <p:cNvSpPr/>
          <p:nvPr/>
        </p:nvSpPr>
        <p:spPr>
          <a:xfrm>
            <a:off x="10576814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12}}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F0EB11-679C-9C70-5239-794BED353CCB}"/>
              </a:ext>
            </a:extLst>
          </p:cNvPr>
          <p:cNvSpPr txBox="1">
            <a:spLocks noChangeAspect="1"/>
          </p:cNvSpPr>
          <p:nvPr/>
        </p:nvSpPr>
        <p:spPr>
          <a:xfrm>
            <a:off x="10500688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FD9060-4C47-EA85-59AB-BC00BF59077A}"/>
              </a:ext>
            </a:extLst>
          </p:cNvPr>
          <p:cNvSpPr txBox="1">
            <a:spLocks noChangeAspect="1"/>
          </p:cNvSpPr>
          <p:nvPr/>
        </p:nvSpPr>
        <p:spPr>
          <a:xfrm>
            <a:off x="6238177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627BD2-AECA-81B4-AF94-8B5F42E4AD72}"/>
              </a:ext>
            </a:extLst>
          </p:cNvPr>
          <p:cNvSpPr txBox="1">
            <a:spLocks noChangeAspect="1"/>
          </p:cNvSpPr>
          <p:nvPr/>
        </p:nvSpPr>
        <p:spPr>
          <a:xfrm>
            <a:off x="7074779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{{accessory2}}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105D8F-E218-B2EC-860F-0391A55E918B}"/>
              </a:ext>
            </a:extLst>
          </p:cNvPr>
          <p:cNvSpPr txBox="1">
            <a:spLocks noChangeAspect="1"/>
          </p:cNvSpPr>
          <p:nvPr/>
        </p:nvSpPr>
        <p:spPr>
          <a:xfrm>
            <a:off x="7906213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2E7F56-70CF-D916-640A-2C9C9D8972B2}"/>
              </a:ext>
            </a:extLst>
          </p:cNvPr>
          <p:cNvSpPr txBox="1">
            <a:spLocks noChangeAspect="1"/>
          </p:cNvSpPr>
          <p:nvPr/>
        </p:nvSpPr>
        <p:spPr>
          <a:xfrm>
            <a:off x="8742815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{{accessory4}}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1427A5-0F7C-DCAE-B909-1038DEF8F84C}"/>
              </a:ext>
            </a:extLst>
          </p:cNvPr>
          <p:cNvSpPr txBox="1">
            <a:spLocks noChangeAspect="1"/>
          </p:cNvSpPr>
          <p:nvPr/>
        </p:nvSpPr>
        <p:spPr>
          <a:xfrm>
            <a:off x="9574249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{{accessory5}}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A5952E-90DB-ED77-322E-CAFFE140732B}"/>
              </a:ext>
            </a:extLst>
          </p:cNvPr>
          <p:cNvSpPr txBox="1">
            <a:spLocks noChangeAspect="1"/>
          </p:cNvSpPr>
          <p:nvPr/>
        </p:nvSpPr>
        <p:spPr>
          <a:xfrm>
            <a:off x="10410851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7CDBF5-5EE1-8C77-34C2-1FE66C184A0E}"/>
              </a:ext>
            </a:extLst>
          </p:cNvPr>
          <p:cNvSpPr txBox="1">
            <a:spLocks noChangeAspect="1"/>
          </p:cNvSpPr>
          <p:nvPr/>
        </p:nvSpPr>
        <p:spPr>
          <a:xfrm>
            <a:off x="358785" y="986815"/>
            <a:ext cx="5703871" cy="3218919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{{Rendering}}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29382C-5CD6-7764-99A4-C4846ECB8611}"/>
              </a:ext>
            </a:extLst>
          </p:cNvPr>
          <p:cNvSpPr txBox="1">
            <a:spLocks noChangeAspect="1"/>
          </p:cNvSpPr>
          <p:nvPr/>
        </p:nvSpPr>
        <p:spPr>
          <a:xfrm>
            <a:off x="358785" y="4353973"/>
            <a:ext cx="2605466" cy="2366617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</a:t>
            </a:r>
            <a:r>
              <a:rPr lang="en-GB" sz="1000" dirty="0" err="1">
                <a:solidFill>
                  <a:schemeClr val="tx1"/>
                </a:solidFill>
              </a:rPr>
              <a:t>Linedrawing</a:t>
            </a:r>
            <a:r>
              <a:rPr lang="en-GB" sz="10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53" name="Shape 875">
            <a:extLst>
              <a:ext uri="{FF2B5EF4-FFF2-40B4-BE49-F238E27FC236}">
                <a16:creationId xmlns:a16="http://schemas.microsoft.com/office/drawing/2014/main" id="{789BFB60-81D6-150B-1165-2B46E16A6A65}"/>
              </a:ext>
            </a:extLst>
          </p:cNvPr>
          <p:cNvSpPr/>
          <p:nvPr/>
        </p:nvSpPr>
        <p:spPr>
          <a:xfrm>
            <a:off x="3349791" y="4755030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{{SETTINGSUBHEADLINE}}</a:t>
            </a:r>
          </a:p>
        </p:txBody>
      </p:sp>
      <p:sp>
        <p:nvSpPr>
          <p:cNvPr id="54" name="Shape 875">
            <a:extLst>
              <a:ext uri="{FF2B5EF4-FFF2-40B4-BE49-F238E27FC236}">
                <a16:creationId xmlns:a16="http://schemas.microsoft.com/office/drawing/2014/main" id="{EC220D07-68A6-FC51-D09A-1B8D006D09BF}"/>
              </a:ext>
            </a:extLst>
          </p:cNvPr>
          <p:cNvSpPr/>
          <p:nvPr/>
        </p:nvSpPr>
        <p:spPr>
          <a:xfrm>
            <a:off x="3349791" y="4989090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SettingDimensions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55" name="Shape 875">
            <a:extLst>
              <a:ext uri="{FF2B5EF4-FFF2-40B4-BE49-F238E27FC236}">
                <a16:creationId xmlns:a16="http://schemas.microsoft.com/office/drawing/2014/main" id="{4DFD157D-FC1F-DE82-05C8-440131528BAA}"/>
              </a:ext>
            </a:extLst>
          </p:cNvPr>
          <p:cNvSpPr/>
          <p:nvPr/>
        </p:nvSpPr>
        <p:spPr>
          <a:xfrm>
            <a:off x="3349791" y="5204496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SettingSize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063795804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99F6B-3D09-893F-93FD-A510BFC8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843">
            <a:extLst>
              <a:ext uri="{FF2B5EF4-FFF2-40B4-BE49-F238E27FC236}">
                <a16:creationId xmlns:a16="http://schemas.microsoft.com/office/drawing/2014/main" id="{19D759D3-BF26-AF9B-6196-F387FAC67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359999"/>
            <a:ext cx="11469600" cy="162002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defRPr sz="1078"/>
            </a:lvl1pPr>
          </a:lstStyle>
          <a:p>
            <a:pPr lvl="0">
              <a:defRPr sz="1800" cap="none"/>
            </a:pPr>
            <a:r>
              <a:rPr sz="1078" cap="all"/>
              <a:t>SHOP THE LOOK</a:t>
            </a:r>
          </a:p>
        </p:txBody>
      </p:sp>
      <p:sp>
        <p:nvSpPr>
          <p:cNvPr id="844" name="Shape 844">
            <a:extLst>
              <a:ext uri="{FF2B5EF4-FFF2-40B4-BE49-F238E27FC236}">
                <a16:creationId xmlns:a16="http://schemas.microsoft.com/office/drawing/2014/main" id="{39EE3FCF-7AA6-FFCF-120D-90B863BF3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11469600" cy="162001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spcBef>
                <a:spcPts val="400"/>
              </a:spcBef>
              <a:defRPr sz="1078"/>
            </a:lvl1pPr>
          </a:lstStyle>
          <a:p>
            <a:r>
              <a:rPr lang="en-GB" sz="1100" dirty="0">
                <a:solidFill>
                  <a:schemeClr val="tx1"/>
                </a:solidFill>
              </a:rPr>
              <a:t>{{</a:t>
            </a:r>
            <a:r>
              <a:rPr lang="en-GB" sz="1100" dirty="0" err="1">
                <a:solidFill>
                  <a:schemeClr val="tx1"/>
                </a:solidFill>
              </a:rPr>
              <a:t>SettingNAME</a:t>
            </a:r>
            <a:r>
              <a:rPr lang="en-GB" sz="11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875" name="Shape 875">
            <a:extLst>
              <a:ext uri="{FF2B5EF4-FFF2-40B4-BE49-F238E27FC236}">
                <a16:creationId xmlns:a16="http://schemas.microsoft.com/office/drawing/2014/main" id="{EBCE15DF-9AF5-7C93-79C5-CE7650CF1B75}"/>
              </a:ext>
            </a:extLst>
          </p:cNvPr>
          <p:cNvSpPr/>
          <p:nvPr/>
        </p:nvSpPr>
        <p:spPr>
          <a:xfrm>
            <a:off x="360000" y="1366613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SHOP THE LOOK - {{SETTINGNAME}}</a:t>
            </a:r>
          </a:p>
        </p:txBody>
      </p:sp>
      <p:sp>
        <p:nvSpPr>
          <p:cNvPr id="53" name="Shape 875">
            <a:extLst>
              <a:ext uri="{FF2B5EF4-FFF2-40B4-BE49-F238E27FC236}">
                <a16:creationId xmlns:a16="http://schemas.microsoft.com/office/drawing/2014/main" id="{F08C9E3A-E289-B702-E0AF-42A9604CA118}"/>
              </a:ext>
            </a:extLst>
          </p:cNvPr>
          <p:cNvSpPr/>
          <p:nvPr/>
        </p:nvSpPr>
        <p:spPr>
          <a:xfrm>
            <a:off x="359999" y="1759167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{{SETTINGSUBHEADLINE}}</a:t>
            </a:r>
          </a:p>
        </p:txBody>
      </p:sp>
      <p:sp>
        <p:nvSpPr>
          <p:cNvPr id="54" name="Shape 875">
            <a:extLst>
              <a:ext uri="{FF2B5EF4-FFF2-40B4-BE49-F238E27FC236}">
                <a16:creationId xmlns:a16="http://schemas.microsoft.com/office/drawing/2014/main" id="{B33F9D1E-DBB0-7F18-E41C-E6EF07BEFC5B}"/>
              </a:ext>
            </a:extLst>
          </p:cNvPr>
          <p:cNvSpPr/>
          <p:nvPr/>
        </p:nvSpPr>
        <p:spPr>
          <a:xfrm>
            <a:off x="359999" y="1993227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ProductsinSettingList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7908303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E5659"/>
      </a:accent1>
      <a:accent2>
        <a:srgbClr val="A9B5D6"/>
      </a:accent2>
      <a:accent3>
        <a:srgbClr val="E4E4DC"/>
      </a:accent3>
      <a:accent4>
        <a:srgbClr val="976F38"/>
      </a:accent4>
      <a:accent5>
        <a:srgbClr val="BDC5C4"/>
      </a:accent5>
      <a:accent6>
        <a:srgbClr val="46232A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36000" tIns="36000" rIns="36000" bIns="36000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E5659"/>
      </a:accent1>
      <a:accent2>
        <a:srgbClr val="A9B5D6"/>
      </a:accent2>
      <a:accent3>
        <a:srgbClr val="E4E4DC"/>
      </a:accent3>
      <a:accent4>
        <a:srgbClr val="976F38"/>
      </a:accent4>
      <a:accent5>
        <a:srgbClr val="BDC5C4"/>
      </a:accent5>
      <a:accent6>
        <a:srgbClr val="46232A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36000" tIns="36000" rIns="36000" bIns="36000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205</Words>
  <Application>Microsoft Macintosh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Euclid Flex</vt:lpstr>
      <vt:lpstr>Euclid Flex Medium</vt:lpstr>
      <vt:lpstr>Helvetica Neue</vt:lpstr>
      <vt:lpstr>Default</vt:lpstr>
      <vt:lpstr>LIVING ROOM – SHOP THE LOOKS</vt:lpstr>
      <vt:lpstr>SHOP THE LOOK</vt:lpstr>
      <vt:lpstr>SHOP THE LOOK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Partnership  guidelines</dc:title>
  <dc:creator>Anna-Christin Mohn</dc:creator>
  <cp:lastModifiedBy>Tina Korshøj</cp:lastModifiedBy>
  <cp:revision>52</cp:revision>
  <dcterms:modified xsi:type="dcterms:W3CDTF">2025-11-10T16:32:15Z</dcterms:modified>
</cp:coreProperties>
</file>
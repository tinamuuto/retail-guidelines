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DEFE33-E062-8E49-BCED-1365D625C63C}" v="84" dt="2025-11-11T09:25:55.9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74"/>
    <p:restoredTop sz="94717"/>
  </p:normalViewPr>
  <p:slideViewPr>
    <p:cSldViewPr snapToGrid="0">
      <p:cViewPr varScale="1">
        <p:scale>
          <a:sx n="102" d="100"/>
          <a:sy n="102" d="100"/>
        </p:scale>
        <p:origin x="8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na Korshøj" userId="fc9c1787-86ff-4527-a6cb-a23af2ce0cfe" providerId="ADAL" clId="{12CD37EC-F126-58A4-9D73-FCCAAE6DBE25}"/>
    <pc:docChg chg="custSel addSld delSld modSld sldOrd modMainMaster">
      <pc:chgData name="Tina Korshøj" userId="fc9c1787-86ff-4527-a6cb-a23af2ce0cfe" providerId="ADAL" clId="{12CD37EC-F126-58A4-9D73-FCCAAE6DBE25}" dt="2025-11-11T11:01:18.481" v="11" actId="20578"/>
      <pc:docMkLst>
        <pc:docMk/>
      </pc:docMkLst>
      <pc:sldChg chg="del">
        <pc:chgData name="Tina Korshøj" userId="fc9c1787-86ff-4527-a6cb-a23af2ce0cfe" providerId="ADAL" clId="{12CD37EC-F126-58A4-9D73-FCCAAE6DBE25}" dt="2025-11-11T09:26:06.284" v="3" actId="2696"/>
        <pc:sldMkLst>
          <pc:docMk/>
          <pc:sldMk cId="1814838217" sldId="256"/>
        </pc:sldMkLst>
      </pc:sldChg>
      <pc:sldChg chg="new del">
        <pc:chgData name="Tina Korshøj" userId="fc9c1787-86ff-4527-a6cb-a23af2ce0cfe" providerId="ADAL" clId="{12CD37EC-F126-58A4-9D73-FCCAAE6DBE25}" dt="2025-11-11T09:26:58.487" v="7" actId="2696"/>
        <pc:sldMkLst>
          <pc:docMk/>
          <pc:sldMk cId="2375695480" sldId="256"/>
        </pc:sldMkLst>
      </pc:sldChg>
      <pc:sldChg chg="new">
        <pc:chgData name="Tina Korshøj" userId="fc9c1787-86ff-4527-a6cb-a23af2ce0cfe" providerId="ADAL" clId="{12CD37EC-F126-58A4-9D73-FCCAAE6DBE25}" dt="2025-11-11T10:53:05.918" v="8" actId="680"/>
        <pc:sldMkLst>
          <pc:docMk/>
          <pc:sldMk cId="3905008658" sldId="256"/>
        </pc:sldMkLst>
      </pc:sldChg>
      <pc:sldChg chg="modSp del mod">
        <pc:chgData name="Tina Korshøj" userId="fc9c1787-86ff-4527-a6cb-a23af2ce0cfe" providerId="ADAL" clId="{12CD37EC-F126-58A4-9D73-FCCAAE6DBE25}" dt="2025-11-11T09:26:06.294" v="4" actId="2696"/>
        <pc:sldMkLst>
          <pc:docMk/>
          <pc:sldMk cId="2213874997" sldId="257"/>
        </pc:sldMkLst>
        <pc:spChg chg="mod">
          <ac:chgData name="Tina Korshøj" userId="fc9c1787-86ff-4527-a6cb-a23af2ce0cfe" providerId="ADAL" clId="{12CD37EC-F126-58A4-9D73-FCCAAE6DBE25}" dt="2025-11-11T09:25:56.020" v="1" actId="27636"/>
          <ac:spMkLst>
            <pc:docMk/>
            <pc:sldMk cId="2213874997" sldId="257"/>
            <ac:spMk id="28" creationId="{C58F720C-DA8A-19CF-7A17-028BA9DBD9F2}"/>
          </ac:spMkLst>
        </pc:spChg>
      </pc:sldChg>
      <pc:sldChg chg="new">
        <pc:chgData name="Tina Korshøj" userId="fc9c1787-86ff-4527-a6cb-a23af2ce0cfe" providerId="ADAL" clId="{12CD37EC-F126-58A4-9D73-FCCAAE6DBE25}" dt="2025-11-11T11:01:12.756" v="9" actId="680"/>
        <pc:sldMkLst>
          <pc:docMk/>
          <pc:sldMk cId="3496048736" sldId="257"/>
        </pc:sldMkLst>
      </pc:sldChg>
      <pc:sldChg chg="modSp del mod">
        <pc:chgData name="Tina Korshøj" userId="fc9c1787-86ff-4527-a6cb-a23af2ce0cfe" providerId="ADAL" clId="{12CD37EC-F126-58A4-9D73-FCCAAE6DBE25}" dt="2025-11-11T09:26:06.297" v="5" actId="2696"/>
        <pc:sldMkLst>
          <pc:docMk/>
          <pc:sldMk cId="1408441511" sldId="258"/>
        </pc:sldMkLst>
        <pc:spChg chg="mod">
          <ac:chgData name="Tina Korshøj" userId="fc9c1787-86ff-4527-a6cb-a23af2ce0cfe" providerId="ADAL" clId="{12CD37EC-F126-58A4-9D73-FCCAAE6DBE25}" dt="2025-11-11T09:25:56.040" v="2" actId="27636"/>
          <ac:spMkLst>
            <pc:docMk/>
            <pc:sldMk cId="1408441511" sldId="258"/>
            <ac:spMk id="2" creationId="{C0A29855-7199-CA47-CEFF-B6A4A40054E5}"/>
          </ac:spMkLst>
        </pc:spChg>
      </pc:sldChg>
      <pc:sldChg chg="new ord">
        <pc:chgData name="Tina Korshøj" userId="fc9c1787-86ff-4527-a6cb-a23af2ce0cfe" providerId="ADAL" clId="{12CD37EC-F126-58A4-9D73-FCCAAE6DBE25}" dt="2025-11-11T11:01:18.481" v="11" actId="20578"/>
        <pc:sldMkLst>
          <pc:docMk/>
          <pc:sldMk cId="2702963079" sldId="258"/>
        </pc:sldMkLst>
      </pc:sldChg>
      <pc:sldMasterChg chg="modSp">
        <pc:chgData name="Tina Korshøj" userId="fc9c1787-86ff-4527-a6cb-a23af2ce0cfe" providerId="ADAL" clId="{12CD37EC-F126-58A4-9D73-FCCAAE6DBE25}" dt="2025-11-11T09:25:55.935" v="0" actId="2711"/>
        <pc:sldMasterMkLst>
          <pc:docMk/>
          <pc:sldMasterMk cId="3365805559" sldId="2147483648"/>
        </pc:sldMasterMkLst>
        <pc:spChg chg="mod">
          <ac:chgData name="Tina Korshøj" userId="fc9c1787-86ff-4527-a6cb-a23af2ce0cfe" providerId="ADAL" clId="{12CD37EC-F126-58A4-9D73-FCCAAE6DBE25}" dt="2025-11-11T09:25:55.935" v="0" actId="2711"/>
          <ac:spMkLst>
            <pc:docMk/>
            <pc:sldMasterMk cId="3365805559" sldId="2147483648"/>
            <ac:spMk id="2" creationId="{61404ACB-9722-BA49-981A-AD7F5F93F95A}"/>
          </ac:spMkLst>
        </pc:spChg>
        <pc:spChg chg="mod">
          <ac:chgData name="Tina Korshøj" userId="fc9c1787-86ff-4527-a6cb-a23af2ce0cfe" providerId="ADAL" clId="{12CD37EC-F126-58A4-9D73-FCCAAE6DBE25}" dt="2025-11-11T09:25:55.935" v="0" actId="2711"/>
          <ac:spMkLst>
            <pc:docMk/>
            <pc:sldMasterMk cId="3365805559" sldId="2147483648"/>
            <ac:spMk id="3" creationId="{50FE6205-5ADA-EB81-4009-11B6ECBF0F0C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nder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{{Rendering}}&#10;{{Rendering}}&#10;{{Rendering}}">
            <a:extLst>
              <a:ext uri="{FF2B5EF4-FFF2-40B4-BE49-F238E27FC236}">
                <a16:creationId xmlns:a16="http://schemas.microsoft.com/office/drawing/2014/main" id="{A1C6BF1B-99D8-B50E-57EF-A8C6FBF6C31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98976" y="1124560"/>
            <a:ext cx="2734084" cy="1573671"/>
          </a:xfrm>
        </p:spPr>
        <p:txBody>
          <a:bodyPr/>
          <a:lstStyle/>
          <a:p>
            <a:endParaRPr lang="da-DK"/>
          </a:p>
        </p:txBody>
      </p:sp>
      <p:sp>
        <p:nvSpPr>
          <p:cNvPr id="2" name="{{Rendering}}&#10;{{Rendering}}&#10;{{Rendering}}">
            <a:extLst>
              <a:ext uri="{FF2B5EF4-FFF2-40B4-BE49-F238E27FC236}">
                <a16:creationId xmlns:a16="http://schemas.microsoft.com/office/drawing/2014/main" id="{CE86F331-E2F9-D7F6-E722-A1EEEB63ACC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257038" y="1124558"/>
            <a:ext cx="2734084" cy="1573671"/>
          </a:xfrm>
        </p:spPr>
        <p:txBody>
          <a:bodyPr/>
          <a:lstStyle/>
          <a:p>
            <a:endParaRPr lang="da-DK"/>
          </a:p>
        </p:txBody>
      </p:sp>
      <p:sp>
        <p:nvSpPr>
          <p:cNvPr id="3" name="{{Rendering}}&#10;{{Rendering}}&#10;{{Rendering}}">
            <a:extLst>
              <a:ext uri="{FF2B5EF4-FFF2-40B4-BE49-F238E27FC236}">
                <a16:creationId xmlns:a16="http://schemas.microsoft.com/office/drawing/2014/main" id="{AF69B8FF-0DB6-3B59-928A-913DC69C9AC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215100" y="1124558"/>
            <a:ext cx="2734084" cy="1573671"/>
          </a:xfrm>
        </p:spPr>
        <p:txBody>
          <a:bodyPr/>
          <a:lstStyle/>
          <a:p>
            <a:endParaRPr lang="da-DK"/>
          </a:p>
        </p:txBody>
      </p:sp>
      <p:sp>
        <p:nvSpPr>
          <p:cNvPr id="4" name="{{Rendering}}&#10;{{Rendering}}&#10;{{Rendering}}">
            <a:extLst>
              <a:ext uri="{FF2B5EF4-FFF2-40B4-BE49-F238E27FC236}">
                <a16:creationId xmlns:a16="http://schemas.microsoft.com/office/drawing/2014/main" id="{86A24F90-873E-9FE4-94DC-6100C32E576D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173162" y="1124558"/>
            <a:ext cx="2734084" cy="1573671"/>
          </a:xfrm>
        </p:spPr>
        <p:txBody>
          <a:bodyPr/>
          <a:lstStyle/>
          <a:p>
            <a:endParaRPr lang="da-DK"/>
          </a:p>
        </p:txBody>
      </p:sp>
      <p:sp>
        <p:nvSpPr>
          <p:cNvPr id="5" name="{{Rendering}}&#10;{{Rendering}}&#10;{{Rendering}}">
            <a:extLst>
              <a:ext uri="{FF2B5EF4-FFF2-40B4-BE49-F238E27FC236}">
                <a16:creationId xmlns:a16="http://schemas.microsoft.com/office/drawing/2014/main" id="{645AE15E-2F64-2787-1BE8-727F5592855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98976" y="2842964"/>
            <a:ext cx="2734084" cy="1573671"/>
          </a:xfrm>
        </p:spPr>
        <p:txBody>
          <a:bodyPr/>
          <a:lstStyle/>
          <a:p>
            <a:endParaRPr lang="da-DK"/>
          </a:p>
        </p:txBody>
      </p:sp>
      <p:sp>
        <p:nvSpPr>
          <p:cNvPr id="6" name="{{Rendering}}&#10;{{Rendering}}&#10;{{Rendering}}">
            <a:extLst>
              <a:ext uri="{FF2B5EF4-FFF2-40B4-BE49-F238E27FC236}">
                <a16:creationId xmlns:a16="http://schemas.microsoft.com/office/drawing/2014/main" id="{848FAA35-BA30-421F-42AC-CE66A51B45D9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257038" y="2842962"/>
            <a:ext cx="2734084" cy="1573671"/>
          </a:xfrm>
        </p:spPr>
        <p:txBody>
          <a:bodyPr/>
          <a:lstStyle/>
          <a:p>
            <a:endParaRPr lang="da-DK"/>
          </a:p>
        </p:txBody>
      </p:sp>
      <p:sp>
        <p:nvSpPr>
          <p:cNvPr id="7" name="{{Rendering}}&#10;{{Rendering}}&#10;{{Rendering}}">
            <a:extLst>
              <a:ext uri="{FF2B5EF4-FFF2-40B4-BE49-F238E27FC236}">
                <a16:creationId xmlns:a16="http://schemas.microsoft.com/office/drawing/2014/main" id="{2663DAF6-2B5D-B299-7377-58A1117104B9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215100" y="2842962"/>
            <a:ext cx="2734084" cy="1573671"/>
          </a:xfrm>
        </p:spPr>
        <p:txBody>
          <a:bodyPr/>
          <a:lstStyle/>
          <a:p>
            <a:endParaRPr lang="da-DK"/>
          </a:p>
        </p:txBody>
      </p:sp>
      <p:sp>
        <p:nvSpPr>
          <p:cNvPr id="13" name="{{Rendering}}&#10;{{Rendering}}&#10;{{Rendering}}">
            <a:extLst>
              <a:ext uri="{FF2B5EF4-FFF2-40B4-BE49-F238E27FC236}">
                <a16:creationId xmlns:a16="http://schemas.microsoft.com/office/drawing/2014/main" id="{555E0D52-4EBA-D06B-7478-C5D08ADE568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73162" y="2842962"/>
            <a:ext cx="2734084" cy="1573671"/>
          </a:xfrm>
        </p:spPr>
        <p:txBody>
          <a:bodyPr/>
          <a:lstStyle/>
          <a:p>
            <a:endParaRPr lang="da-DK"/>
          </a:p>
        </p:txBody>
      </p:sp>
      <p:sp>
        <p:nvSpPr>
          <p:cNvPr id="22" name="{{Rendering}}&#10;{{Rendering}}&#10;{{Rendering}}">
            <a:extLst>
              <a:ext uri="{FF2B5EF4-FFF2-40B4-BE49-F238E27FC236}">
                <a16:creationId xmlns:a16="http://schemas.microsoft.com/office/drawing/2014/main" id="{5E8163AB-3EDA-B614-FF12-090BEB5A28D8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298976" y="4561368"/>
            <a:ext cx="2734084" cy="1573671"/>
          </a:xfrm>
        </p:spPr>
        <p:txBody>
          <a:bodyPr/>
          <a:lstStyle/>
          <a:p>
            <a:endParaRPr lang="da-DK"/>
          </a:p>
        </p:txBody>
      </p:sp>
      <p:sp>
        <p:nvSpPr>
          <p:cNvPr id="23" name="{{Rendering}}&#10;{{Rendering}}&#10;{{Rendering}}">
            <a:extLst>
              <a:ext uri="{FF2B5EF4-FFF2-40B4-BE49-F238E27FC236}">
                <a16:creationId xmlns:a16="http://schemas.microsoft.com/office/drawing/2014/main" id="{64508BA0-7053-180F-1ABC-76AD2F7E1BFA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3257038" y="4561366"/>
            <a:ext cx="2734084" cy="1573671"/>
          </a:xfrm>
        </p:spPr>
        <p:txBody>
          <a:bodyPr/>
          <a:lstStyle/>
          <a:p>
            <a:endParaRPr lang="da-DK"/>
          </a:p>
        </p:txBody>
      </p:sp>
      <p:sp>
        <p:nvSpPr>
          <p:cNvPr id="24" name="{{Rendering}}&#10;{{Rendering}}&#10;{{Rendering}}">
            <a:extLst>
              <a:ext uri="{FF2B5EF4-FFF2-40B4-BE49-F238E27FC236}">
                <a16:creationId xmlns:a16="http://schemas.microsoft.com/office/drawing/2014/main" id="{733513DB-98E2-9C17-738C-1A1CEEE4E1AE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6215100" y="4561366"/>
            <a:ext cx="2734084" cy="1573671"/>
          </a:xfrm>
        </p:spPr>
        <p:txBody>
          <a:bodyPr/>
          <a:lstStyle/>
          <a:p>
            <a:endParaRPr lang="da-DK"/>
          </a:p>
        </p:txBody>
      </p:sp>
      <p:sp>
        <p:nvSpPr>
          <p:cNvPr id="25" name="{{Rendering}}&#10;{{Rendering}}&#10;{{Rendering}}">
            <a:extLst>
              <a:ext uri="{FF2B5EF4-FFF2-40B4-BE49-F238E27FC236}">
                <a16:creationId xmlns:a16="http://schemas.microsoft.com/office/drawing/2014/main" id="{F31280FD-7A1B-C85D-7C3F-46F97215AA5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173162" y="4561366"/>
            <a:ext cx="2734084" cy="1573671"/>
          </a:xfrm>
        </p:spPr>
        <p:txBody>
          <a:bodyPr/>
          <a:lstStyle/>
          <a:p>
            <a:endParaRPr lang="da-DK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F2BA0C38-D265-1EB9-6990-ADC2FA0C4ED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298450" y="252167"/>
            <a:ext cx="7705725" cy="389900"/>
          </a:xfrm>
        </p:spPr>
        <p:txBody>
          <a:bodyPr/>
          <a:lstStyle>
            <a:lvl1pPr>
              <a:buNone/>
              <a:defRPr sz="1800">
                <a:latin typeface="Euclid Flex" panose="020B0500030000000000" pitchFamily="34" charset="77"/>
              </a:defRPr>
            </a:lvl1pPr>
            <a:lvl2pPr>
              <a:defRPr sz="1800">
                <a:latin typeface="Euclid Flex" panose="020B0500030000000000" pitchFamily="34" charset="77"/>
              </a:defRPr>
            </a:lvl2pPr>
            <a:lvl3pPr>
              <a:defRPr sz="1800">
                <a:latin typeface="Euclid Flex" panose="020B0500030000000000" pitchFamily="34" charset="77"/>
              </a:defRPr>
            </a:lvl3pPr>
            <a:lvl4pPr>
              <a:defRPr sz="1800">
                <a:latin typeface="Euclid Flex" panose="020B0500030000000000" pitchFamily="34" charset="77"/>
              </a:defRPr>
            </a:lvl4pPr>
            <a:lvl5pPr>
              <a:defRPr sz="1800">
                <a:latin typeface="Euclid Flex" panose="020B0500030000000000" pitchFamily="34" charset="77"/>
              </a:defRPr>
            </a:lvl5pPr>
          </a:lstStyle>
          <a:p>
            <a:pPr lvl="0"/>
            <a:endParaRPr lang="da-DK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50E747-12C5-D7B3-7EFA-AD61AB16E39B}"/>
              </a:ext>
            </a:extLst>
          </p:cNvPr>
          <p:cNvSpPr txBox="1"/>
          <p:nvPr userDrawn="1"/>
        </p:nvSpPr>
        <p:spPr>
          <a:xfrm>
            <a:off x="298450" y="672048"/>
            <a:ext cx="3344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>
                <a:latin typeface="Euclid Flex" panose="020B0500030000000000" pitchFamily="34" charset="77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4044110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{{ProductPackshot1}}">
            <a:extLst>
              <a:ext uri="{FF2B5EF4-FFF2-40B4-BE49-F238E27FC236}">
                <a16:creationId xmlns:a16="http://schemas.microsoft.com/office/drawing/2014/main" id="{D7739F1F-1375-A7AC-4978-60208A803D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34114" y="1081295"/>
            <a:ext cx="1243140" cy="1244444"/>
          </a:xfrm>
        </p:spPr>
        <p:txBody>
          <a:bodyPr/>
          <a:lstStyle/>
          <a:p>
            <a:endParaRPr lang="da-DK"/>
          </a:p>
        </p:txBody>
      </p:sp>
      <p:sp>
        <p:nvSpPr>
          <p:cNvPr id="9" name="{{ProductPackshot2}}">
            <a:extLst>
              <a:ext uri="{FF2B5EF4-FFF2-40B4-BE49-F238E27FC236}">
                <a16:creationId xmlns:a16="http://schemas.microsoft.com/office/drawing/2014/main" id="{5ED1B38D-9F3C-7B17-3B9C-AD3E3BE010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20639" y="1081295"/>
            <a:ext cx="1243140" cy="1244444"/>
          </a:xfrm>
        </p:spPr>
        <p:txBody>
          <a:bodyPr/>
          <a:lstStyle/>
          <a:p>
            <a:endParaRPr lang="da-DK"/>
          </a:p>
        </p:txBody>
      </p:sp>
      <p:sp>
        <p:nvSpPr>
          <p:cNvPr id="10" name="{{ProductPackshot3}}">
            <a:extLst>
              <a:ext uri="{FF2B5EF4-FFF2-40B4-BE49-F238E27FC236}">
                <a16:creationId xmlns:a16="http://schemas.microsoft.com/office/drawing/2014/main" id="{6DEC5D53-A46F-D1AE-1190-F598AC7B62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07164" y="1081295"/>
            <a:ext cx="1243140" cy="1244444"/>
          </a:xfrm>
        </p:spPr>
        <p:txBody>
          <a:bodyPr/>
          <a:lstStyle/>
          <a:p>
            <a:endParaRPr lang="da-DK"/>
          </a:p>
        </p:txBody>
      </p:sp>
      <p:sp>
        <p:nvSpPr>
          <p:cNvPr id="11" name="{{ProductPackshot4}}">
            <a:extLst>
              <a:ext uri="{FF2B5EF4-FFF2-40B4-BE49-F238E27FC236}">
                <a16:creationId xmlns:a16="http://schemas.microsoft.com/office/drawing/2014/main" id="{3FBDFC4B-298D-5A91-8E0C-FE2119BAD63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693689" y="1081295"/>
            <a:ext cx="1243140" cy="1244444"/>
          </a:xfrm>
        </p:spPr>
        <p:txBody>
          <a:bodyPr/>
          <a:lstStyle/>
          <a:p>
            <a:endParaRPr lang="da-DK"/>
          </a:p>
        </p:txBody>
      </p:sp>
      <p:sp>
        <p:nvSpPr>
          <p:cNvPr id="12" name="{{Rendering}}&#10;{{Rendering}}&#10;{{Rendering}}">
            <a:extLst>
              <a:ext uri="{FF2B5EF4-FFF2-40B4-BE49-F238E27FC236}">
                <a16:creationId xmlns:a16="http://schemas.microsoft.com/office/drawing/2014/main" id="{A1C6BF1B-99D8-B50E-57EF-A8C6FBF6C31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03709" y="1079590"/>
            <a:ext cx="5286372" cy="3042704"/>
          </a:xfrm>
        </p:spPr>
        <p:txBody>
          <a:bodyPr/>
          <a:lstStyle/>
          <a:p>
            <a:endParaRPr lang="da-DK"/>
          </a:p>
        </p:txBody>
      </p:sp>
      <p:sp>
        <p:nvSpPr>
          <p:cNvPr id="14" name="{{ProductPackshot5}}">
            <a:extLst>
              <a:ext uri="{FF2B5EF4-FFF2-40B4-BE49-F238E27FC236}">
                <a16:creationId xmlns:a16="http://schemas.microsoft.com/office/drawing/2014/main" id="{C4ECFDCB-145C-72F9-7D30-3A3A59003D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34114" y="2984421"/>
            <a:ext cx="1243140" cy="1244444"/>
          </a:xfrm>
        </p:spPr>
        <p:txBody>
          <a:bodyPr/>
          <a:lstStyle/>
          <a:p>
            <a:endParaRPr lang="da-DK"/>
          </a:p>
        </p:txBody>
      </p:sp>
      <p:sp>
        <p:nvSpPr>
          <p:cNvPr id="15" name="{{ProductPackshot6}}">
            <a:extLst>
              <a:ext uri="{FF2B5EF4-FFF2-40B4-BE49-F238E27FC236}">
                <a16:creationId xmlns:a16="http://schemas.microsoft.com/office/drawing/2014/main" id="{EBC6AACF-33A3-970F-5C1D-A6B61754078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720639" y="2984421"/>
            <a:ext cx="1243140" cy="1244444"/>
          </a:xfrm>
        </p:spPr>
        <p:txBody>
          <a:bodyPr/>
          <a:lstStyle/>
          <a:p>
            <a:endParaRPr lang="da-DK"/>
          </a:p>
        </p:txBody>
      </p:sp>
      <p:sp>
        <p:nvSpPr>
          <p:cNvPr id="16" name="{{ProductPackshot7}}">
            <a:extLst>
              <a:ext uri="{FF2B5EF4-FFF2-40B4-BE49-F238E27FC236}">
                <a16:creationId xmlns:a16="http://schemas.microsoft.com/office/drawing/2014/main" id="{9B4B450A-4416-295B-C574-97AF4B1E503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07164" y="2984421"/>
            <a:ext cx="1243140" cy="1244444"/>
          </a:xfrm>
        </p:spPr>
        <p:txBody>
          <a:bodyPr/>
          <a:lstStyle/>
          <a:p>
            <a:endParaRPr lang="da-DK"/>
          </a:p>
        </p:txBody>
      </p:sp>
      <p:sp>
        <p:nvSpPr>
          <p:cNvPr id="17" name="{{ProductPackshot8}}">
            <a:extLst>
              <a:ext uri="{FF2B5EF4-FFF2-40B4-BE49-F238E27FC236}">
                <a16:creationId xmlns:a16="http://schemas.microsoft.com/office/drawing/2014/main" id="{39516A90-0B52-4208-352A-FB236F77D68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693689" y="2984421"/>
            <a:ext cx="1243140" cy="1244444"/>
          </a:xfrm>
        </p:spPr>
        <p:txBody>
          <a:bodyPr/>
          <a:lstStyle/>
          <a:p>
            <a:endParaRPr lang="da-DK"/>
          </a:p>
        </p:txBody>
      </p:sp>
      <p:sp>
        <p:nvSpPr>
          <p:cNvPr id="18" name="{{ProductPackshot9}}">
            <a:extLst>
              <a:ext uri="{FF2B5EF4-FFF2-40B4-BE49-F238E27FC236}">
                <a16:creationId xmlns:a16="http://schemas.microsoft.com/office/drawing/2014/main" id="{EA746E77-735E-B6A4-6378-CCABBC56BDE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34114" y="4887547"/>
            <a:ext cx="1243140" cy="1244444"/>
          </a:xfrm>
        </p:spPr>
        <p:txBody>
          <a:bodyPr/>
          <a:lstStyle/>
          <a:p>
            <a:endParaRPr lang="da-DK"/>
          </a:p>
        </p:txBody>
      </p:sp>
      <p:sp>
        <p:nvSpPr>
          <p:cNvPr id="19" name="{{ProductPackshot10}}">
            <a:extLst>
              <a:ext uri="{FF2B5EF4-FFF2-40B4-BE49-F238E27FC236}">
                <a16:creationId xmlns:a16="http://schemas.microsoft.com/office/drawing/2014/main" id="{D6464BA6-28B1-506D-68A5-302CA132118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720639" y="4887547"/>
            <a:ext cx="1243140" cy="1244444"/>
          </a:xfrm>
        </p:spPr>
        <p:txBody>
          <a:bodyPr/>
          <a:lstStyle/>
          <a:p>
            <a:endParaRPr lang="da-DK"/>
          </a:p>
        </p:txBody>
      </p:sp>
      <p:sp>
        <p:nvSpPr>
          <p:cNvPr id="20" name="{{ProductPackshot11}}">
            <a:extLst>
              <a:ext uri="{FF2B5EF4-FFF2-40B4-BE49-F238E27FC236}">
                <a16:creationId xmlns:a16="http://schemas.microsoft.com/office/drawing/2014/main" id="{CD424CCA-A51D-E67D-5BB3-EDE762A0FCA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207164" y="4887547"/>
            <a:ext cx="1243140" cy="1244444"/>
          </a:xfrm>
        </p:spPr>
        <p:txBody>
          <a:bodyPr/>
          <a:lstStyle/>
          <a:p>
            <a:endParaRPr lang="da-DK"/>
          </a:p>
        </p:txBody>
      </p:sp>
      <p:sp>
        <p:nvSpPr>
          <p:cNvPr id="21" name="{{ProductPackshot12}}">
            <a:extLst>
              <a:ext uri="{FF2B5EF4-FFF2-40B4-BE49-F238E27FC236}">
                <a16:creationId xmlns:a16="http://schemas.microsoft.com/office/drawing/2014/main" id="{57341C95-B6DC-73BE-DF59-FC98EEE3128A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693689" y="4887547"/>
            <a:ext cx="1243140" cy="1244444"/>
          </a:xfrm>
        </p:spPr>
        <p:txBody>
          <a:bodyPr/>
          <a:lstStyle/>
          <a:p>
            <a:endParaRPr lang="da-DK"/>
          </a:p>
        </p:txBody>
      </p:sp>
      <p:sp>
        <p:nvSpPr>
          <p:cNvPr id="27" name="{{PRODUCT DESCRIPTION 1}}">
            <a:extLst>
              <a:ext uri="{FF2B5EF4-FFF2-40B4-BE49-F238E27FC236}">
                <a16:creationId xmlns:a16="http://schemas.microsoft.com/office/drawing/2014/main" id="{1161B3CD-F71F-F3ED-55EB-ED991412CD0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34763" y="2443448"/>
            <a:ext cx="1243013" cy="404813"/>
          </a:xfrm>
        </p:spPr>
        <p:txBody>
          <a:bodyPr/>
          <a:lstStyle>
            <a:lvl1pPr>
              <a:buNone/>
              <a:defRPr sz="900">
                <a:latin typeface="Euclid Flex" panose="020B0500030000000000" pitchFamily="34" charset="77"/>
              </a:defRPr>
            </a:lvl1pPr>
          </a:lstStyle>
          <a:p>
            <a:pPr lvl="0"/>
            <a:endParaRPr lang="da-DK" dirty="0"/>
          </a:p>
        </p:txBody>
      </p:sp>
      <p:sp>
        <p:nvSpPr>
          <p:cNvPr id="28" name="{{PRODUCT DESCRIPTION 2}}">
            <a:extLst>
              <a:ext uri="{FF2B5EF4-FFF2-40B4-BE49-F238E27FC236}">
                <a16:creationId xmlns:a16="http://schemas.microsoft.com/office/drawing/2014/main" id="{CB7565EE-3FFC-C5D3-D3FC-36BAA210EAB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720639" y="2443448"/>
            <a:ext cx="1243013" cy="404813"/>
          </a:xfrm>
        </p:spPr>
        <p:txBody>
          <a:bodyPr/>
          <a:lstStyle>
            <a:lvl1pPr>
              <a:buNone/>
              <a:defRPr sz="900">
                <a:latin typeface="Euclid Flex" panose="020B0500030000000000" pitchFamily="34" charset="77"/>
              </a:defRPr>
            </a:lvl1pPr>
          </a:lstStyle>
          <a:p>
            <a:pPr lvl="0"/>
            <a:endParaRPr lang="da-DK" dirty="0"/>
          </a:p>
        </p:txBody>
      </p:sp>
      <p:sp>
        <p:nvSpPr>
          <p:cNvPr id="29" name="{{PRODUCT DESCRIPTION 3}}">
            <a:extLst>
              <a:ext uri="{FF2B5EF4-FFF2-40B4-BE49-F238E27FC236}">
                <a16:creationId xmlns:a16="http://schemas.microsoft.com/office/drawing/2014/main" id="{E982C4E3-7800-F391-55D4-8814046C2DF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206515" y="2443448"/>
            <a:ext cx="1243013" cy="404813"/>
          </a:xfrm>
        </p:spPr>
        <p:txBody>
          <a:bodyPr/>
          <a:lstStyle>
            <a:lvl1pPr>
              <a:buNone/>
              <a:defRPr sz="900">
                <a:latin typeface="Euclid Flex" panose="020B0500030000000000" pitchFamily="34" charset="77"/>
              </a:defRPr>
            </a:lvl1pPr>
          </a:lstStyle>
          <a:p>
            <a:pPr lvl="0"/>
            <a:endParaRPr lang="da-DK" dirty="0"/>
          </a:p>
        </p:txBody>
      </p:sp>
      <p:sp>
        <p:nvSpPr>
          <p:cNvPr id="30" name="{{PRODUCT DESCRIPTION 4}}">
            <a:extLst>
              <a:ext uri="{FF2B5EF4-FFF2-40B4-BE49-F238E27FC236}">
                <a16:creationId xmlns:a16="http://schemas.microsoft.com/office/drawing/2014/main" id="{16B8FD2B-9445-BD8C-9A84-C2528646A62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0692391" y="2443448"/>
            <a:ext cx="1243013" cy="404813"/>
          </a:xfrm>
        </p:spPr>
        <p:txBody>
          <a:bodyPr/>
          <a:lstStyle>
            <a:lvl1pPr>
              <a:buNone/>
              <a:defRPr sz="900">
                <a:latin typeface="Euclid Flex" panose="020B0500030000000000" pitchFamily="34" charset="77"/>
              </a:defRPr>
            </a:lvl1pPr>
          </a:lstStyle>
          <a:p>
            <a:pPr lvl="0"/>
            <a:endParaRPr lang="da-DK" dirty="0"/>
          </a:p>
        </p:txBody>
      </p:sp>
      <p:sp>
        <p:nvSpPr>
          <p:cNvPr id="31" name="{{PRODUCT DESCRIPTION 5}}">
            <a:extLst>
              <a:ext uri="{FF2B5EF4-FFF2-40B4-BE49-F238E27FC236}">
                <a16:creationId xmlns:a16="http://schemas.microsoft.com/office/drawing/2014/main" id="{329C47DA-9B37-F483-8F7F-B7E9910442B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34114" y="4365025"/>
            <a:ext cx="1243013" cy="404813"/>
          </a:xfrm>
        </p:spPr>
        <p:txBody>
          <a:bodyPr/>
          <a:lstStyle>
            <a:lvl1pPr>
              <a:buNone/>
              <a:defRPr sz="900">
                <a:latin typeface="Euclid Flex" panose="020B0500030000000000" pitchFamily="34" charset="77"/>
              </a:defRPr>
            </a:lvl1pPr>
          </a:lstStyle>
          <a:p>
            <a:pPr lvl="0"/>
            <a:endParaRPr lang="da-DK" dirty="0"/>
          </a:p>
        </p:txBody>
      </p:sp>
      <p:sp>
        <p:nvSpPr>
          <p:cNvPr id="32" name="{{PRODUCT DESCRIPTION 6}}">
            <a:extLst>
              <a:ext uri="{FF2B5EF4-FFF2-40B4-BE49-F238E27FC236}">
                <a16:creationId xmlns:a16="http://schemas.microsoft.com/office/drawing/2014/main" id="{6FBC0EDC-9654-834F-D05D-3FB8D9D7088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719990" y="4365025"/>
            <a:ext cx="1243013" cy="404813"/>
          </a:xfrm>
        </p:spPr>
        <p:txBody>
          <a:bodyPr/>
          <a:lstStyle>
            <a:lvl1pPr>
              <a:buNone/>
              <a:defRPr sz="900">
                <a:latin typeface="Euclid Flex" panose="020B0500030000000000" pitchFamily="34" charset="77"/>
              </a:defRPr>
            </a:lvl1pPr>
          </a:lstStyle>
          <a:p>
            <a:pPr lvl="0"/>
            <a:endParaRPr lang="da-DK" dirty="0"/>
          </a:p>
        </p:txBody>
      </p:sp>
      <p:sp>
        <p:nvSpPr>
          <p:cNvPr id="33" name="{{PRODUCT DESCRIPTION 7}}">
            <a:extLst>
              <a:ext uri="{FF2B5EF4-FFF2-40B4-BE49-F238E27FC236}">
                <a16:creationId xmlns:a16="http://schemas.microsoft.com/office/drawing/2014/main" id="{055C292D-E0F5-D28C-3C64-4170CB7A557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05866" y="4365025"/>
            <a:ext cx="1243013" cy="404813"/>
          </a:xfrm>
        </p:spPr>
        <p:txBody>
          <a:bodyPr/>
          <a:lstStyle>
            <a:lvl1pPr>
              <a:buNone/>
              <a:defRPr sz="900">
                <a:latin typeface="Euclid Flex" panose="020B0500030000000000" pitchFamily="34" charset="77"/>
              </a:defRPr>
            </a:lvl1pPr>
          </a:lstStyle>
          <a:p>
            <a:pPr lvl="0"/>
            <a:endParaRPr lang="da-DK" dirty="0"/>
          </a:p>
        </p:txBody>
      </p:sp>
      <p:sp>
        <p:nvSpPr>
          <p:cNvPr id="34" name="{{PRODUCT DESCRIPTION 8}}">
            <a:extLst>
              <a:ext uri="{FF2B5EF4-FFF2-40B4-BE49-F238E27FC236}">
                <a16:creationId xmlns:a16="http://schemas.microsoft.com/office/drawing/2014/main" id="{C04E6777-B7D6-2B95-861E-19DCFEA9880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0691742" y="4365025"/>
            <a:ext cx="1243013" cy="404813"/>
          </a:xfrm>
        </p:spPr>
        <p:txBody>
          <a:bodyPr/>
          <a:lstStyle>
            <a:lvl1pPr>
              <a:buNone/>
              <a:defRPr sz="900">
                <a:latin typeface="Euclid Flex" panose="020B0500030000000000" pitchFamily="34" charset="77"/>
              </a:defRPr>
            </a:lvl1pPr>
          </a:lstStyle>
          <a:p>
            <a:pPr lvl="0"/>
            <a:endParaRPr lang="da-DK" dirty="0"/>
          </a:p>
        </p:txBody>
      </p:sp>
      <p:sp>
        <p:nvSpPr>
          <p:cNvPr id="35" name="{{PRODUCT DESCRIPTION 9}}">
            <a:extLst>
              <a:ext uri="{FF2B5EF4-FFF2-40B4-BE49-F238E27FC236}">
                <a16:creationId xmlns:a16="http://schemas.microsoft.com/office/drawing/2014/main" id="{ADFFADB8-A281-71C0-EB97-79D1B6ACF8E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233465" y="6286602"/>
            <a:ext cx="1243013" cy="404813"/>
          </a:xfrm>
        </p:spPr>
        <p:txBody>
          <a:bodyPr/>
          <a:lstStyle>
            <a:lvl1pPr>
              <a:buNone/>
              <a:defRPr sz="900">
                <a:latin typeface="Euclid Flex" panose="020B0500030000000000" pitchFamily="34" charset="77"/>
              </a:defRPr>
            </a:lvl1pPr>
          </a:lstStyle>
          <a:p>
            <a:pPr lvl="0"/>
            <a:endParaRPr lang="da-DK" dirty="0"/>
          </a:p>
        </p:txBody>
      </p:sp>
      <p:sp>
        <p:nvSpPr>
          <p:cNvPr id="36" name="{{PRODUCT DESCRIPTION 10}}">
            <a:extLst>
              <a:ext uri="{FF2B5EF4-FFF2-40B4-BE49-F238E27FC236}">
                <a16:creationId xmlns:a16="http://schemas.microsoft.com/office/drawing/2014/main" id="{5DF4A071-F123-AB63-F039-E933134E676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719341" y="6286602"/>
            <a:ext cx="1243013" cy="404813"/>
          </a:xfrm>
        </p:spPr>
        <p:txBody>
          <a:bodyPr/>
          <a:lstStyle>
            <a:lvl1pPr>
              <a:buNone/>
              <a:defRPr sz="900">
                <a:latin typeface="Euclid Flex" panose="020B0500030000000000" pitchFamily="34" charset="77"/>
              </a:defRPr>
            </a:lvl1pPr>
          </a:lstStyle>
          <a:p>
            <a:pPr lvl="0"/>
            <a:endParaRPr lang="da-DK" dirty="0"/>
          </a:p>
        </p:txBody>
      </p:sp>
      <p:sp>
        <p:nvSpPr>
          <p:cNvPr id="37" name="{{PRODUCT DESCRIPTION 11}}">
            <a:extLst>
              <a:ext uri="{FF2B5EF4-FFF2-40B4-BE49-F238E27FC236}">
                <a16:creationId xmlns:a16="http://schemas.microsoft.com/office/drawing/2014/main" id="{BB6D6269-0299-2CA2-3C7A-E6DAE149670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205217" y="6286602"/>
            <a:ext cx="1243013" cy="404813"/>
          </a:xfrm>
        </p:spPr>
        <p:txBody>
          <a:bodyPr/>
          <a:lstStyle>
            <a:lvl1pPr>
              <a:buNone/>
              <a:defRPr sz="900">
                <a:latin typeface="Euclid Flex" panose="020B0500030000000000" pitchFamily="34" charset="77"/>
              </a:defRPr>
            </a:lvl1pPr>
          </a:lstStyle>
          <a:p>
            <a:pPr lvl="0"/>
            <a:endParaRPr lang="da-DK" dirty="0"/>
          </a:p>
        </p:txBody>
      </p:sp>
      <p:sp>
        <p:nvSpPr>
          <p:cNvPr id="38" name="{{PRODUCT DESCRIPTION 12}}">
            <a:extLst>
              <a:ext uri="{FF2B5EF4-FFF2-40B4-BE49-F238E27FC236}">
                <a16:creationId xmlns:a16="http://schemas.microsoft.com/office/drawing/2014/main" id="{8E456BDB-A817-FCE7-764E-52D716AEF7B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0691093" y="6286602"/>
            <a:ext cx="1243013" cy="404813"/>
          </a:xfrm>
        </p:spPr>
        <p:txBody>
          <a:bodyPr/>
          <a:lstStyle>
            <a:lvl1pPr>
              <a:buNone/>
              <a:defRPr sz="900">
                <a:latin typeface="Euclid Flex" panose="020B0500030000000000" pitchFamily="34" charset="77"/>
              </a:defRPr>
            </a:lvl1pPr>
          </a:lstStyle>
          <a:p>
            <a:pPr lvl="0"/>
            <a:endParaRPr lang="da-DK" dirty="0"/>
          </a:p>
        </p:txBody>
      </p:sp>
      <p:sp>
        <p:nvSpPr>
          <p:cNvPr id="39" name="{{Linedrawing}}">
            <a:extLst>
              <a:ext uri="{FF2B5EF4-FFF2-40B4-BE49-F238E27FC236}">
                <a16:creationId xmlns:a16="http://schemas.microsoft.com/office/drawing/2014/main" id="{EF989D20-5B89-63D2-FB9B-A5D76378878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76853" y="4267030"/>
            <a:ext cx="2655600" cy="2424386"/>
          </a:xfrm>
        </p:spPr>
        <p:txBody>
          <a:bodyPr/>
          <a:lstStyle/>
          <a:p>
            <a:endParaRPr lang="da-DK"/>
          </a:p>
        </p:txBody>
      </p:sp>
      <p:sp>
        <p:nvSpPr>
          <p:cNvPr id="40" name="{{SETTINGNAME}}">
            <a:extLst>
              <a:ext uri="{FF2B5EF4-FFF2-40B4-BE49-F238E27FC236}">
                <a16:creationId xmlns:a16="http://schemas.microsoft.com/office/drawing/2014/main" id="{102DCF00-DE1F-44E8-289A-7E1EF2EAFE2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03709" y="679231"/>
            <a:ext cx="11257254" cy="255624"/>
          </a:xfrm>
        </p:spPr>
        <p:txBody>
          <a:bodyPr>
            <a:normAutofit/>
          </a:bodyPr>
          <a:lstStyle>
            <a:lvl1pPr>
              <a:buNone/>
              <a:defRPr sz="1400" b="0">
                <a:latin typeface="Euclid Flex Bold" panose="020B0500030000000000" pitchFamily="34" charset="77"/>
              </a:defRPr>
            </a:lvl1pPr>
          </a:lstStyle>
          <a:p>
            <a:pPr lvl="0"/>
            <a:endParaRPr lang="da-DK" dirty="0"/>
          </a:p>
        </p:txBody>
      </p:sp>
      <p:sp>
        <p:nvSpPr>
          <p:cNvPr id="41" name="{{SETTINGNAME}}">
            <a:extLst>
              <a:ext uri="{FF2B5EF4-FFF2-40B4-BE49-F238E27FC236}">
                <a16:creationId xmlns:a16="http://schemas.microsoft.com/office/drawing/2014/main" id="{2205041E-506C-F9EC-0018-3B8F850FB9A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576590" y="4312298"/>
            <a:ext cx="2413491" cy="404813"/>
          </a:xfrm>
        </p:spPr>
        <p:txBody>
          <a:bodyPr/>
          <a:lstStyle>
            <a:lvl1pPr>
              <a:buNone/>
              <a:defRPr sz="1400" b="1">
                <a:latin typeface="Euclid Flex Bold" panose="020B0500030000000000" pitchFamily="34" charset="77"/>
              </a:defRPr>
            </a:lvl1pPr>
          </a:lstStyle>
          <a:p>
            <a:pPr lvl="0"/>
            <a:endParaRPr lang="da-DK" dirty="0"/>
          </a:p>
        </p:txBody>
      </p:sp>
      <p:sp>
        <p:nvSpPr>
          <p:cNvPr id="44" name="Text Placeholder">
            <a:extLst>
              <a:ext uri="{FF2B5EF4-FFF2-40B4-BE49-F238E27FC236}">
                <a16:creationId xmlns:a16="http://schemas.microsoft.com/office/drawing/2014/main" id="{C0CF9D10-A2AA-5DF2-D8AD-44A8CEABA6F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576976" y="4888070"/>
            <a:ext cx="2413000" cy="1803346"/>
          </a:xfrm>
        </p:spPr>
        <p:txBody>
          <a:bodyPr/>
          <a:lstStyle>
            <a:lvl1pPr>
              <a:buFont typeface="System Font Regular"/>
              <a:buChar char="－"/>
              <a:defRPr sz="1000">
                <a:latin typeface="Euclid Flex" panose="020B0500030000000000" pitchFamily="34" charset="77"/>
              </a:defRPr>
            </a:lvl1pPr>
            <a:lvl2pPr>
              <a:buFont typeface="System Font Regular"/>
              <a:buChar char="－"/>
              <a:defRPr sz="1000">
                <a:latin typeface="Euclid Flex" panose="020B0500030000000000" pitchFamily="34" charset="77"/>
              </a:defRPr>
            </a:lvl2pPr>
            <a:lvl3pPr>
              <a:buFont typeface="System Font Regular"/>
              <a:buChar char="－"/>
              <a:defRPr sz="1000">
                <a:latin typeface="Euclid Flex" panose="020B0500030000000000" pitchFamily="34" charset="77"/>
              </a:defRPr>
            </a:lvl3pPr>
            <a:lvl4pPr>
              <a:buFont typeface="System Font Regular"/>
              <a:buChar char="－"/>
              <a:defRPr sz="1000">
                <a:latin typeface="Euclid Flex" panose="020B0500030000000000" pitchFamily="34" charset="77"/>
              </a:defRPr>
            </a:lvl4pPr>
            <a:lvl5pPr>
              <a:buFont typeface="System Font Regular"/>
              <a:buChar char="－"/>
              <a:defRPr sz="1000">
                <a:latin typeface="Euclid Flex" panose="020B0500030000000000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02ACBE-A482-8A15-A337-1651696AC6A7}"/>
              </a:ext>
            </a:extLst>
          </p:cNvPr>
          <p:cNvSpPr txBox="1"/>
          <p:nvPr userDrawn="1"/>
        </p:nvSpPr>
        <p:spPr>
          <a:xfrm>
            <a:off x="676852" y="237532"/>
            <a:ext cx="4209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>
                <a:latin typeface="Euclid Flex Bold" panose="020B0500030000000000" pitchFamily="34" charset="77"/>
              </a:rPr>
              <a:t>SHOP THE LOOK</a:t>
            </a:r>
          </a:p>
        </p:txBody>
      </p:sp>
    </p:spTree>
    <p:extLst>
      <p:ext uri="{BB962C8B-B14F-4D97-AF65-F5344CB8AC3E}">
        <p14:creationId xmlns:p14="http://schemas.microsoft.com/office/powerpoint/2010/main" val="73324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550E747-12C5-D7B3-7EFA-AD61AB16E39B}"/>
              </a:ext>
            </a:extLst>
          </p:cNvPr>
          <p:cNvSpPr txBox="1"/>
          <p:nvPr userDrawn="1"/>
        </p:nvSpPr>
        <p:spPr>
          <a:xfrm>
            <a:off x="583263" y="934855"/>
            <a:ext cx="3344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>
                <a:latin typeface="Euclid Flex" panose="020B0500030000000000" pitchFamily="34" charset="77"/>
              </a:rPr>
              <a:t>LIST OF PRODUCTS IN SETTING</a:t>
            </a:r>
          </a:p>
        </p:txBody>
      </p:sp>
      <p:sp>
        <p:nvSpPr>
          <p:cNvPr id="8" name="{{SETTINGNAME}}">
            <a:extLst>
              <a:ext uri="{FF2B5EF4-FFF2-40B4-BE49-F238E27FC236}">
                <a16:creationId xmlns:a16="http://schemas.microsoft.com/office/drawing/2014/main" id="{FDFEE6C3-D65F-4F19-E064-7EE29398FF3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76852" y="679231"/>
            <a:ext cx="11257254" cy="255624"/>
          </a:xfrm>
        </p:spPr>
        <p:txBody>
          <a:bodyPr>
            <a:normAutofit/>
          </a:bodyPr>
          <a:lstStyle>
            <a:lvl1pPr>
              <a:buNone/>
              <a:defRPr sz="1400" b="0">
                <a:latin typeface="Euclid Flex Bold" panose="020B0500030000000000" pitchFamily="34" charset="77"/>
              </a:defRPr>
            </a:lvl1pPr>
          </a:lstStyle>
          <a:p>
            <a:pPr lvl="0"/>
            <a:endParaRPr lang="da-D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3FF46E-6BB2-ED4C-1D17-A5ABAED3EE9D}"/>
              </a:ext>
            </a:extLst>
          </p:cNvPr>
          <p:cNvSpPr txBox="1"/>
          <p:nvPr userDrawn="1"/>
        </p:nvSpPr>
        <p:spPr>
          <a:xfrm>
            <a:off x="676852" y="309899"/>
            <a:ext cx="4209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>
                <a:latin typeface="Euclid Flex Bold" panose="020B0500030000000000" pitchFamily="34" charset="77"/>
              </a:rPr>
              <a:t>SHOP THE LOOK</a:t>
            </a:r>
          </a:p>
        </p:txBody>
      </p:sp>
    </p:spTree>
    <p:extLst>
      <p:ext uri="{BB962C8B-B14F-4D97-AF65-F5344CB8AC3E}">
        <p14:creationId xmlns:p14="http://schemas.microsoft.com/office/powerpoint/2010/main" val="1087787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404ACB-9722-BA49-981A-AD7F5F93F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da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E6205-5ADA-EB81-4009-11B6ECBF0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51907-9842-80AF-3137-C9DA593FC9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23CD41-131C-0449-9E61-95CCBBCDE762}" type="datetimeFigureOut">
              <a:rPr lang="da-DK" smtClean="0"/>
              <a:t>11.11.2025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7D0D1-2430-49FA-DAAF-04CCCBEC9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ACFF5-1046-706A-2998-8C36C723B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A2D80-5EF7-FD44-9B2B-1E2B0F3E9F3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65805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Euclid Flex" panose="020B0500030000000000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Euclid Flex" panose="020B0500030000000000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Euclid Flex" panose="020B0500030000000000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Euclid Flex" panose="020B0500030000000000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Euclid Flex" panose="020B0500030000000000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Euclid Flex" panose="020B0500030000000000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A325E19-6DA0-F347-66BA-D02754B6B52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1C69DE-EA4A-FC36-303B-2853D6E33F8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98F905E-BD22-46CE-1E6F-04C0853E4921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DE9C7E-CE01-109A-C468-25132C2938B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9647C26-0D0C-3BEC-E67E-493111259E6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E0A0566-B748-8D84-4167-18DC4CFD2350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BBF7AB7-E5D4-CE62-196D-29115F2F4B06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8E67F1-FC68-6401-B24E-1631E6CAF22E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EDCD8A-927B-96AF-ADF4-4A6C22FB858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423834E-0928-93DA-CE1B-445D99BD84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EA18399-2DB3-CF2A-4912-2E238C80E8A2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2D4B096-9DD9-57A5-0FB3-692642B9B570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A477CF7-B5F9-E13A-0407-C6CE9709379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05008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6F9CF0B-41E9-88E6-80B3-30F4025D5B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969944-DB14-9CDF-5BCB-7C9BFB7D37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EA64857-557E-12F7-394A-CF9261FEF4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F45DED4-3602-DB7B-B365-F3C09B7D631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0C94EBF-CAEC-EBEB-145D-1349886DCFA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53ECA54-BDDE-DD5C-9342-FDF28EC2E9E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BF2C2C5-F067-A0F3-939C-CCEA683F05F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192E25D-590B-22A3-9689-3205EB965D0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D1BA10-FF1A-E723-76E1-AB7724D84F1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AFF2991-DDB0-AA8E-A904-6D7B581551E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AC4AD71-269A-1EAF-52AB-80BD9486B1F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4082C08-9077-A2B5-DD09-C69D36A055D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ADE4942-3D88-C2F1-5634-9DDC4DEFB47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E078B71-258D-F92D-F8E6-B386F7C8D3C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E56D9C3-A0DB-77C3-A10F-B48841C091A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87AC5D2-D688-F624-88D6-4FDB2F7318E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FF0DEAB-44CE-B270-72A9-7E4F1F7520A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6FB9959-CA55-22BC-618F-BD924916B7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1BD3982-DBC7-A5E9-0B54-26865B2FBC8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C63BA0B-8305-CC04-3D93-379151005A2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3B63DAA-F0C3-547A-AC38-9AF16E82E59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4DE90732-5BBA-9D20-C258-F774FFF6C65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B9316D4-E74A-F790-F3C4-ED19013EF34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436D1EA-E65B-598A-7EEE-F60040F3DFE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3B030C1-FEB0-3129-202B-076F5431F36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4ACCEAB-A6AA-7C71-984B-B4D405B388F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DED0F39-DA4C-10E5-3371-FA61C9C81CD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2DE5BF0-E9A5-7DBB-A869-BA87CEB1A58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C7DFEF5-8E91-FC65-8469-4F6EEC287DF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02963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E8E2E1-F1B6-7D1A-6B4E-B3CEF36FB47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96048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Euclid Flex</vt:lpstr>
      <vt:lpstr>Euclid Flex Bold</vt:lpstr>
      <vt:lpstr>System Font Regular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Tina Korshøj</dc:creator>
  <cp:lastModifiedBy>Tina Korshøj</cp:lastModifiedBy>
  <cp:revision>1</cp:revision>
  <dcterms:created xsi:type="dcterms:W3CDTF">2025-11-10T16:43:52Z</dcterms:created>
  <dcterms:modified xsi:type="dcterms:W3CDTF">2025-11-11T11:01:20Z</dcterms:modified>
</cp:coreProperties>
</file>
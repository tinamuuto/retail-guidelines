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DEFE33-E062-8E49-BCED-1365D625C63C}" v="143" dt="2025-11-11T14:06:14.6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43"/>
    <p:restoredTop sz="94785"/>
  </p:normalViewPr>
  <p:slideViewPr>
    <p:cSldViewPr snapToGrid="0">
      <p:cViewPr varScale="1">
        <p:scale>
          <a:sx n="94" d="100"/>
          <a:sy n="94" d="100"/>
        </p:scale>
        <p:origin x="20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7" Type="http://schemas.microsoft.com/office/2015/10/relationships/revisionInfo" Target="revisionInfo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microsoft.com/office/2016/11/relationships/changesInfo" Target="changesInfos/changesInfo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na Korshøj" userId="fc9c1787-86ff-4527-a6cb-a23af2ce0cfe" providerId="ADAL" clId="{12CD37EC-F126-58A4-9D73-FCCAAE6DBE25}"/>
    <pc:docChg chg="undo custSel addSld delSld modSld sldOrd modMainMaster">
      <pc:chgData name="Tina Korshøj" userId="fc9c1787-86ff-4527-a6cb-a23af2ce0cfe" providerId="ADAL" clId="{12CD37EC-F126-58A4-9D73-FCCAAE6DBE25}" dt="2025-11-11T14:06:24.832" v="105" actId="2696"/>
      <pc:docMkLst>
        <pc:docMk/>
      </pc:docMkLst>
      <pc:sldChg chg="del">
        <pc:chgData name="Tina Korshøj" userId="fc9c1787-86ff-4527-a6cb-a23af2ce0cfe" providerId="ADAL" clId="{12CD37EC-F126-58A4-9D73-FCCAAE6DBE25}" dt="2025-11-11T09:26:06.284" v="3" actId="2696"/>
        <pc:sldMkLst>
          <pc:docMk/>
          <pc:sldMk cId="1814838217" sldId="256"/>
        </pc:sldMkLst>
      </pc:sldChg>
      <pc:sldChg chg="new del">
        <pc:chgData name="Tina Korshøj" userId="fc9c1787-86ff-4527-a6cb-a23af2ce0cfe" providerId="ADAL" clId="{12CD37EC-F126-58A4-9D73-FCCAAE6DBE25}" dt="2025-11-11T09:26:58.487" v="7" actId="2696"/>
        <pc:sldMkLst>
          <pc:docMk/>
          <pc:sldMk cId="2375695480" sldId="256"/>
        </pc:sldMkLst>
      </pc:sldChg>
      <pc:sldChg chg="modSp new del mod">
        <pc:chgData name="Tina Korshøj" userId="fc9c1787-86ff-4527-a6cb-a23af2ce0cfe" providerId="ADAL" clId="{12CD37EC-F126-58A4-9D73-FCCAAE6DBE25}" dt="2025-11-11T14:06:24.802" v="103" actId="2696"/>
        <pc:sldMkLst>
          <pc:docMk/>
          <pc:sldMk cId="3905008658" sldId="256"/>
        </pc:sldMkLst>
        <pc:spChg chg="mod">
          <ac:chgData name="Tina Korshøj" userId="fc9c1787-86ff-4527-a6cb-a23af2ce0cfe" providerId="ADAL" clId="{12CD37EC-F126-58A4-9D73-FCCAAE6DBE25}" dt="2025-11-11T14:02:37.765" v="60" actId="6549"/>
          <ac:spMkLst>
            <pc:docMk/>
            <pc:sldMk cId="3905008658" sldId="256"/>
            <ac:spMk id="2" creationId="{DA325E19-6DA0-F347-66BA-D02754B6B52A}"/>
          </ac:spMkLst>
        </pc:spChg>
      </pc:sldChg>
      <pc:sldChg chg="modSp del mod">
        <pc:chgData name="Tina Korshøj" userId="fc9c1787-86ff-4527-a6cb-a23af2ce0cfe" providerId="ADAL" clId="{12CD37EC-F126-58A4-9D73-FCCAAE6DBE25}" dt="2025-11-11T09:26:06.294" v="4" actId="2696"/>
        <pc:sldMkLst>
          <pc:docMk/>
          <pc:sldMk cId="2213874997" sldId="257"/>
        </pc:sldMkLst>
        <pc:spChg chg="mod">
          <ac:chgData name="Tina Korshøj" userId="fc9c1787-86ff-4527-a6cb-a23af2ce0cfe" providerId="ADAL" clId="{12CD37EC-F126-58A4-9D73-FCCAAE6DBE25}" dt="2025-11-11T09:25:56.020" v="1" actId="27636"/>
          <ac:spMkLst>
            <pc:docMk/>
            <pc:sldMk cId="2213874997" sldId="257"/>
            <ac:spMk id="28" creationId="{C58F720C-DA8A-19CF-7A17-028BA9DBD9F2}"/>
          </ac:spMkLst>
        </pc:spChg>
      </pc:sldChg>
      <pc:sldChg chg="modSp new del mod">
        <pc:chgData name="Tina Korshøj" userId="fc9c1787-86ff-4527-a6cb-a23af2ce0cfe" providerId="ADAL" clId="{12CD37EC-F126-58A4-9D73-FCCAAE6DBE25}" dt="2025-11-11T14:06:24.828" v="104" actId="2696"/>
        <pc:sldMkLst>
          <pc:docMk/>
          <pc:sldMk cId="3496048736" sldId="257"/>
        </pc:sldMkLst>
        <pc:spChg chg="mod">
          <ac:chgData name="Tina Korshøj" userId="fc9c1787-86ff-4527-a6cb-a23af2ce0cfe" providerId="ADAL" clId="{12CD37EC-F126-58A4-9D73-FCCAAE6DBE25}" dt="2025-11-11T13:50:41.387" v="23" actId="27636"/>
          <ac:spMkLst>
            <pc:docMk/>
            <pc:sldMk cId="3496048736" sldId="257"/>
            <ac:spMk id="2" creationId="{38E8E2E1-F1B6-7D1A-6B4E-B3CEF36FB476}"/>
          </ac:spMkLst>
        </pc:spChg>
      </pc:sldChg>
      <pc:sldChg chg="modSp del mod">
        <pc:chgData name="Tina Korshøj" userId="fc9c1787-86ff-4527-a6cb-a23af2ce0cfe" providerId="ADAL" clId="{12CD37EC-F126-58A4-9D73-FCCAAE6DBE25}" dt="2025-11-11T09:26:06.297" v="5" actId="2696"/>
        <pc:sldMkLst>
          <pc:docMk/>
          <pc:sldMk cId="1408441511" sldId="258"/>
        </pc:sldMkLst>
        <pc:spChg chg="mod">
          <ac:chgData name="Tina Korshøj" userId="fc9c1787-86ff-4527-a6cb-a23af2ce0cfe" providerId="ADAL" clId="{12CD37EC-F126-58A4-9D73-FCCAAE6DBE25}" dt="2025-11-11T09:25:56.040" v="2" actId="27636"/>
          <ac:spMkLst>
            <pc:docMk/>
            <pc:sldMk cId="1408441511" sldId="258"/>
            <ac:spMk id="2" creationId="{C0A29855-7199-CA47-CEFF-B6A4A40054E5}"/>
          </ac:spMkLst>
        </pc:spChg>
      </pc:sldChg>
      <pc:sldChg chg="modSp new del mod ord">
        <pc:chgData name="Tina Korshøj" userId="fc9c1787-86ff-4527-a6cb-a23af2ce0cfe" providerId="ADAL" clId="{12CD37EC-F126-58A4-9D73-FCCAAE6DBE25}" dt="2025-11-11T14:06:24.832" v="105" actId="2696"/>
        <pc:sldMkLst>
          <pc:docMk/>
          <pc:sldMk cId="2702963079" sldId="258"/>
        </pc:sldMkLst>
        <pc:spChg chg="mod">
          <ac:chgData name="Tina Korshøj" userId="fc9c1787-86ff-4527-a6cb-a23af2ce0cfe" providerId="ADAL" clId="{12CD37EC-F126-58A4-9D73-FCCAAE6DBE25}" dt="2025-11-11T13:50:41.374" v="22" actId="27636"/>
          <ac:spMkLst>
            <pc:docMk/>
            <pc:sldMk cId="2702963079" sldId="258"/>
            <ac:spMk id="28" creationId="{5DED0F39-DA4C-10E5-3371-FA61C9C81CD5}"/>
          </ac:spMkLst>
        </pc:spChg>
      </pc:sldChg>
      <pc:sldChg chg="modSp add del mod">
        <pc:chgData name="Tina Korshøj" userId="fc9c1787-86ff-4527-a6cb-a23af2ce0cfe" providerId="ADAL" clId="{12CD37EC-F126-58A4-9D73-FCCAAE6DBE25}" dt="2025-11-11T14:02:19.402" v="59" actId="2696"/>
        <pc:sldMkLst>
          <pc:docMk/>
          <pc:sldMk cId="4063795804" sldId="2981"/>
        </pc:sldMkLst>
        <pc:spChg chg="mod">
          <ac:chgData name="Tina Korshøj" userId="fc9c1787-86ff-4527-a6cb-a23af2ce0cfe" providerId="ADAL" clId="{12CD37EC-F126-58A4-9D73-FCCAAE6DBE25}" dt="2025-11-11T13:50:41.393" v="25" actId="27636"/>
          <ac:spMkLst>
            <pc:docMk/>
            <pc:sldMk cId="4063795804" sldId="2981"/>
            <ac:spMk id="843" creationId="{9EAD78C1-B90E-5ADA-926A-90964D034F98}"/>
          </ac:spMkLst>
        </pc:spChg>
        <pc:spChg chg="mod">
          <ac:chgData name="Tina Korshøj" userId="fc9c1787-86ff-4527-a6cb-a23af2ce0cfe" providerId="ADAL" clId="{12CD37EC-F126-58A4-9D73-FCCAAE6DBE25}" dt="2025-11-11T13:50:41.392" v="24" actId="27636"/>
          <ac:spMkLst>
            <pc:docMk/>
            <pc:sldMk cId="4063795804" sldId="2981"/>
            <ac:spMk id="844" creationId="{835E21EB-F358-A13F-5A24-D0131E6844FD}"/>
          </ac:spMkLst>
        </pc:spChg>
      </pc:sldChg>
      <pc:sldChg chg="add del">
        <pc:chgData name="Tina Korshøj" userId="fc9c1787-86ff-4527-a6cb-a23af2ce0cfe" providerId="ADAL" clId="{12CD37EC-F126-58A4-9D73-FCCAAE6DBE25}" dt="2025-11-11T14:02:19.390" v="57" actId="2696"/>
        <pc:sldMkLst>
          <pc:docMk/>
          <pc:sldMk cId="1911992934" sldId="2982"/>
        </pc:sldMkLst>
      </pc:sldChg>
      <pc:sldChg chg="modSp add del mod">
        <pc:chgData name="Tina Korshøj" userId="fc9c1787-86ff-4527-a6cb-a23af2ce0cfe" providerId="ADAL" clId="{12CD37EC-F126-58A4-9D73-FCCAAE6DBE25}" dt="2025-11-11T14:02:19.400" v="58" actId="2696"/>
        <pc:sldMkLst>
          <pc:docMk/>
          <pc:sldMk cId="1790830389" sldId="2983"/>
        </pc:sldMkLst>
        <pc:spChg chg="mod">
          <ac:chgData name="Tina Korshøj" userId="fc9c1787-86ff-4527-a6cb-a23af2ce0cfe" providerId="ADAL" clId="{12CD37EC-F126-58A4-9D73-FCCAAE6DBE25}" dt="2025-11-11T13:50:41.332" v="21" actId="27636"/>
          <ac:spMkLst>
            <pc:docMk/>
            <pc:sldMk cId="1790830389" sldId="2983"/>
            <ac:spMk id="843" creationId="{19D759D3-BF26-AF9B-6196-F387FAC67F85}"/>
          </ac:spMkLst>
        </pc:spChg>
        <pc:spChg chg="mod">
          <ac:chgData name="Tina Korshøj" userId="fc9c1787-86ff-4527-a6cb-a23af2ce0cfe" providerId="ADAL" clId="{12CD37EC-F126-58A4-9D73-FCCAAE6DBE25}" dt="2025-11-11T13:50:41.331" v="20" actId="27636"/>
          <ac:spMkLst>
            <pc:docMk/>
            <pc:sldMk cId="1790830389" sldId="2983"/>
            <ac:spMk id="844" creationId="{39EE3FCF-7AA6-FFCF-120D-90B863BF3471}"/>
          </ac:spMkLst>
        </pc:spChg>
      </pc:sldChg>
      <pc:sldMasterChg chg="modSp modSldLayout">
        <pc:chgData name="Tina Korshøj" userId="fc9c1787-86ff-4527-a6cb-a23af2ce0cfe" providerId="ADAL" clId="{12CD37EC-F126-58A4-9D73-FCCAAE6DBE25}" dt="2025-11-11T14:06:14.669" v="102" actId="962"/>
        <pc:sldMasterMkLst>
          <pc:docMk/>
          <pc:sldMasterMk cId="3365805559" sldId="2147483648"/>
        </pc:sldMasterMkLst>
        <pc:spChg chg="mod">
          <ac:chgData name="Tina Korshøj" userId="fc9c1787-86ff-4527-a6cb-a23af2ce0cfe" providerId="ADAL" clId="{12CD37EC-F126-58A4-9D73-FCCAAE6DBE25}" dt="2025-11-11T09:25:55.935" v="0" actId="2711"/>
          <ac:spMkLst>
            <pc:docMk/>
            <pc:sldMasterMk cId="3365805559" sldId="2147483648"/>
            <ac:spMk id="2" creationId="{61404ACB-9722-BA49-981A-AD7F5F93F95A}"/>
          </ac:spMkLst>
        </pc:spChg>
        <pc:spChg chg="mod">
          <ac:chgData name="Tina Korshøj" userId="fc9c1787-86ff-4527-a6cb-a23af2ce0cfe" providerId="ADAL" clId="{12CD37EC-F126-58A4-9D73-FCCAAE6DBE25}" dt="2025-11-11T09:25:55.935" v="0" actId="2711"/>
          <ac:spMkLst>
            <pc:docMk/>
            <pc:sldMasterMk cId="3365805559" sldId="2147483648"/>
            <ac:spMk id="3" creationId="{50FE6205-5ADA-EB81-4009-11B6ECBF0F0C}"/>
          </ac:spMkLst>
        </pc:spChg>
        <pc:sldLayoutChg chg="modSp mod">
          <pc:chgData name="Tina Korshøj" userId="fc9c1787-86ff-4527-a6cb-a23af2ce0cfe" providerId="ADAL" clId="{12CD37EC-F126-58A4-9D73-FCCAAE6DBE25}" dt="2025-11-11T14:06:03.015" v="101" actId="962"/>
          <pc:sldLayoutMkLst>
            <pc:docMk/>
            <pc:sldMasterMk cId="3365805559" sldId="2147483648"/>
            <pc:sldLayoutMk cId="733244762" sldId="2147483655"/>
          </pc:sldLayoutMkLst>
          <pc:spChg chg="mod">
            <ac:chgData name="Tina Korshøj" userId="fc9c1787-86ff-4527-a6cb-a23af2ce0cfe" providerId="ADAL" clId="{12CD37EC-F126-58A4-9D73-FCCAAE6DBE25}" dt="2025-11-11T14:06:03.015" v="101" actId="962"/>
            <ac:spMkLst>
              <pc:docMk/>
              <pc:sldMasterMk cId="3365805559" sldId="2147483648"/>
              <pc:sldLayoutMk cId="733244762" sldId="2147483655"/>
              <ac:spMk id="8" creationId="{D7739F1F-1375-A7AC-4978-60208A803DE4}"/>
            </ac:spMkLst>
          </pc:spChg>
          <pc:spChg chg="mod">
            <ac:chgData name="Tina Korshøj" userId="fc9c1787-86ff-4527-a6cb-a23af2ce0cfe" providerId="ADAL" clId="{12CD37EC-F126-58A4-9D73-FCCAAE6DBE25}" dt="2025-11-11T14:05:58.802" v="100" actId="962"/>
            <ac:spMkLst>
              <pc:docMk/>
              <pc:sldMasterMk cId="3365805559" sldId="2147483648"/>
              <pc:sldLayoutMk cId="733244762" sldId="2147483655"/>
              <ac:spMk id="9" creationId="{5ED1B38D-9F3C-7B17-3B9C-AD3E3BE01044}"/>
            </ac:spMkLst>
          </pc:spChg>
          <pc:spChg chg="mod">
            <ac:chgData name="Tina Korshøj" userId="fc9c1787-86ff-4527-a6cb-a23af2ce0cfe" providerId="ADAL" clId="{12CD37EC-F126-58A4-9D73-FCCAAE6DBE25}" dt="2025-11-11T14:05:55.879" v="99" actId="962"/>
            <ac:spMkLst>
              <pc:docMk/>
              <pc:sldMasterMk cId="3365805559" sldId="2147483648"/>
              <pc:sldLayoutMk cId="733244762" sldId="2147483655"/>
              <ac:spMk id="10" creationId="{6DEC5D53-A46F-D1AE-1190-F598AC7B6207}"/>
            </ac:spMkLst>
          </pc:spChg>
          <pc:spChg chg="mod">
            <ac:chgData name="Tina Korshøj" userId="fc9c1787-86ff-4527-a6cb-a23af2ce0cfe" providerId="ADAL" clId="{12CD37EC-F126-58A4-9D73-FCCAAE6DBE25}" dt="2025-11-11T14:05:52.904" v="98" actId="962"/>
            <ac:spMkLst>
              <pc:docMk/>
              <pc:sldMasterMk cId="3365805559" sldId="2147483648"/>
              <pc:sldLayoutMk cId="733244762" sldId="2147483655"/>
              <ac:spMk id="11" creationId="{3FBDFC4B-298D-5A91-8E0C-FE2119BAD63B}"/>
            </ac:spMkLst>
          </pc:spChg>
          <pc:spChg chg="mod">
            <ac:chgData name="Tina Korshøj" userId="fc9c1787-86ff-4527-a6cb-a23af2ce0cfe" providerId="ADAL" clId="{12CD37EC-F126-58A4-9D73-FCCAAE6DBE25}" dt="2025-11-11T14:05:47.797" v="97" actId="962"/>
            <ac:spMkLst>
              <pc:docMk/>
              <pc:sldMasterMk cId="3365805559" sldId="2147483648"/>
              <pc:sldLayoutMk cId="733244762" sldId="2147483655"/>
              <ac:spMk id="12" creationId="{A1C6BF1B-99D8-B50E-57EF-A8C6FBF6C318}"/>
            </ac:spMkLst>
          </pc:spChg>
          <pc:spChg chg="mod">
            <ac:chgData name="Tina Korshøj" userId="fc9c1787-86ff-4527-a6cb-a23af2ce0cfe" providerId="ADAL" clId="{12CD37EC-F126-58A4-9D73-FCCAAE6DBE25}" dt="2025-11-11T14:05:38.520" v="96" actId="962"/>
            <ac:spMkLst>
              <pc:docMk/>
              <pc:sldMasterMk cId="3365805559" sldId="2147483648"/>
              <pc:sldLayoutMk cId="733244762" sldId="2147483655"/>
              <ac:spMk id="14" creationId="{C4ECFDCB-145C-72F9-7D30-3A3A59003D01}"/>
            </ac:spMkLst>
          </pc:spChg>
          <pc:spChg chg="mod">
            <ac:chgData name="Tina Korshøj" userId="fc9c1787-86ff-4527-a6cb-a23af2ce0cfe" providerId="ADAL" clId="{12CD37EC-F126-58A4-9D73-FCCAAE6DBE25}" dt="2025-11-11T14:05:31.824" v="95" actId="962"/>
            <ac:spMkLst>
              <pc:docMk/>
              <pc:sldMasterMk cId="3365805559" sldId="2147483648"/>
              <pc:sldLayoutMk cId="733244762" sldId="2147483655"/>
              <ac:spMk id="15" creationId="{EBC6AACF-33A3-970F-5C1D-A6B61754078E}"/>
            </ac:spMkLst>
          </pc:spChg>
          <pc:spChg chg="mod">
            <ac:chgData name="Tina Korshøj" userId="fc9c1787-86ff-4527-a6cb-a23af2ce0cfe" providerId="ADAL" clId="{12CD37EC-F126-58A4-9D73-FCCAAE6DBE25}" dt="2025-11-11T14:05:28.868" v="94" actId="962"/>
            <ac:spMkLst>
              <pc:docMk/>
              <pc:sldMasterMk cId="3365805559" sldId="2147483648"/>
              <pc:sldLayoutMk cId="733244762" sldId="2147483655"/>
              <ac:spMk id="16" creationId="{9B4B450A-4416-295B-C574-97AF4B1E5033}"/>
            </ac:spMkLst>
          </pc:spChg>
          <pc:spChg chg="mod">
            <ac:chgData name="Tina Korshøj" userId="fc9c1787-86ff-4527-a6cb-a23af2ce0cfe" providerId="ADAL" clId="{12CD37EC-F126-58A4-9D73-FCCAAE6DBE25}" dt="2025-11-11T14:05:22.874" v="93" actId="962"/>
            <ac:spMkLst>
              <pc:docMk/>
              <pc:sldMasterMk cId="3365805559" sldId="2147483648"/>
              <pc:sldLayoutMk cId="733244762" sldId="2147483655"/>
              <ac:spMk id="17" creationId="{39516A90-0B52-4208-352A-FB236F77D68A}"/>
            </ac:spMkLst>
          </pc:spChg>
          <pc:spChg chg="mod">
            <ac:chgData name="Tina Korshøj" userId="fc9c1787-86ff-4527-a6cb-a23af2ce0cfe" providerId="ADAL" clId="{12CD37EC-F126-58A4-9D73-FCCAAE6DBE25}" dt="2025-11-11T14:05:18.830" v="92" actId="962"/>
            <ac:spMkLst>
              <pc:docMk/>
              <pc:sldMasterMk cId="3365805559" sldId="2147483648"/>
              <pc:sldLayoutMk cId="733244762" sldId="2147483655"/>
              <ac:spMk id="18" creationId="{EA746E77-735E-B6A4-6378-CCABBC56BDE2}"/>
            </ac:spMkLst>
          </pc:spChg>
          <pc:spChg chg="mod">
            <ac:chgData name="Tina Korshøj" userId="fc9c1787-86ff-4527-a6cb-a23af2ce0cfe" providerId="ADAL" clId="{12CD37EC-F126-58A4-9D73-FCCAAE6DBE25}" dt="2025-11-11T14:05:12.297" v="91" actId="962"/>
            <ac:spMkLst>
              <pc:docMk/>
              <pc:sldMasterMk cId="3365805559" sldId="2147483648"/>
              <pc:sldLayoutMk cId="733244762" sldId="2147483655"/>
              <ac:spMk id="19" creationId="{D6464BA6-28B1-506D-68A5-302CA1321183}"/>
            </ac:spMkLst>
          </pc:spChg>
          <pc:spChg chg="mod">
            <ac:chgData name="Tina Korshøj" userId="fc9c1787-86ff-4527-a6cb-a23af2ce0cfe" providerId="ADAL" clId="{12CD37EC-F126-58A4-9D73-FCCAAE6DBE25}" dt="2025-11-11T14:05:09.187" v="90" actId="962"/>
            <ac:spMkLst>
              <pc:docMk/>
              <pc:sldMasterMk cId="3365805559" sldId="2147483648"/>
              <pc:sldLayoutMk cId="733244762" sldId="2147483655"/>
              <ac:spMk id="20" creationId="{CD424CCA-A51D-E67D-5BB3-EDE762A0FCA5}"/>
            </ac:spMkLst>
          </pc:spChg>
          <pc:spChg chg="mod">
            <ac:chgData name="Tina Korshøj" userId="fc9c1787-86ff-4527-a6cb-a23af2ce0cfe" providerId="ADAL" clId="{12CD37EC-F126-58A4-9D73-FCCAAE6DBE25}" dt="2025-11-11T14:05:05.637" v="89" actId="962"/>
            <ac:spMkLst>
              <pc:docMk/>
              <pc:sldMasterMk cId="3365805559" sldId="2147483648"/>
              <pc:sldLayoutMk cId="733244762" sldId="2147483655"/>
              <ac:spMk id="21" creationId="{57341C95-B6DC-73BE-DF59-FC98EEE3128A}"/>
            </ac:spMkLst>
          </pc:spChg>
          <pc:spChg chg="mod">
            <ac:chgData name="Tina Korshøj" userId="fc9c1787-86ff-4527-a6cb-a23af2ce0cfe" providerId="ADAL" clId="{12CD37EC-F126-58A4-9D73-FCCAAE6DBE25}" dt="2025-11-11T14:04:56.823" v="88" actId="962"/>
            <ac:spMkLst>
              <pc:docMk/>
              <pc:sldMasterMk cId="3365805559" sldId="2147483648"/>
              <pc:sldLayoutMk cId="733244762" sldId="2147483655"/>
              <ac:spMk id="27" creationId="{1161B3CD-F71F-F3ED-55EB-ED991412CD0D}"/>
            </ac:spMkLst>
          </pc:spChg>
          <pc:spChg chg="mod">
            <ac:chgData name="Tina Korshøj" userId="fc9c1787-86ff-4527-a6cb-a23af2ce0cfe" providerId="ADAL" clId="{12CD37EC-F126-58A4-9D73-FCCAAE6DBE25}" dt="2025-11-11T14:04:50.713" v="87" actId="962"/>
            <ac:spMkLst>
              <pc:docMk/>
              <pc:sldMasterMk cId="3365805559" sldId="2147483648"/>
              <pc:sldLayoutMk cId="733244762" sldId="2147483655"/>
              <ac:spMk id="28" creationId="{CB7565EE-3FFC-C5D3-D3FC-36BAA210EABA}"/>
            </ac:spMkLst>
          </pc:spChg>
          <pc:spChg chg="mod">
            <ac:chgData name="Tina Korshøj" userId="fc9c1787-86ff-4527-a6cb-a23af2ce0cfe" providerId="ADAL" clId="{12CD37EC-F126-58A4-9D73-FCCAAE6DBE25}" dt="2025-11-11T14:04:45.465" v="86" actId="962"/>
            <ac:spMkLst>
              <pc:docMk/>
              <pc:sldMasterMk cId="3365805559" sldId="2147483648"/>
              <pc:sldLayoutMk cId="733244762" sldId="2147483655"/>
              <ac:spMk id="29" creationId="{E982C4E3-7800-F391-55D4-8814046C2DF3}"/>
            </ac:spMkLst>
          </pc:spChg>
          <pc:spChg chg="mod ord">
            <ac:chgData name="Tina Korshøj" userId="fc9c1787-86ff-4527-a6cb-a23af2ce0cfe" providerId="ADAL" clId="{12CD37EC-F126-58A4-9D73-FCCAAE6DBE25}" dt="2025-11-11T14:04:04.741" v="78" actId="962"/>
            <ac:spMkLst>
              <pc:docMk/>
              <pc:sldMasterMk cId="3365805559" sldId="2147483648"/>
              <pc:sldLayoutMk cId="733244762" sldId="2147483655"/>
              <ac:spMk id="30" creationId="{16B8FD2B-9445-BD8C-9A84-C2528646A624}"/>
            </ac:spMkLst>
          </pc:spChg>
          <pc:spChg chg="mod">
            <ac:chgData name="Tina Korshøj" userId="fc9c1787-86ff-4527-a6cb-a23af2ce0cfe" providerId="ADAL" clId="{12CD37EC-F126-58A4-9D73-FCCAAE6DBE25}" dt="2025-11-11T14:04:41.419" v="85" actId="962"/>
            <ac:spMkLst>
              <pc:docMk/>
              <pc:sldMasterMk cId="3365805559" sldId="2147483648"/>
              <pc:sldLayoutMk cId="733244762" sldId="2147483655"/>
              <ac:spMk id="31" creationId="{329C47DA-9B37-F483-8F7F-B7E9910442B7}"/>
            </ac:spMkLst>
          </pc:spChg>
          <pc:spChg chg="mod">
            <ac:chgData name="Tina Korshøj" userId="fc9c1787-86ff-4527-a6cb-a23af2ce0cfe" providerId="ADAL" clId="{12CD37EC-F126-58A4-9D73-FCCAAE6DBE25}" dt="2025-11-11T14:04:32.608" v="84" actId="962"/>
            <ac:spMkLst>
              <pc:docMk/>
              <pc:sldMasterMk cId="3365805559" sldId="2147483648"/>
              <pc:sldLayoutMk cId="733244762" sldId="2147483655"/>
              <ac:spMk id="32" creationId="{6FBC0EDC-9654-834F-D05D-3FB8D9D70883}"/>
            </ac:spMkLst>
          </pc:spChg>
          <pc:spChg chg="mod">
            <ac:chgData name="Tina Korshøj" userId="fc9c1787-86ff-4527-a6cb-a23af2ce0cfe" providerId="ADAL" clId="{12CD37EC-F126-58A4-9D73-FCCAAE6DBE25}" dt="2025-11-11T14:04:28.997" v="83" actId="962"/>
            <ac:spMkLst>
              <pc:docMk/>
              <pc:sldMasterMk cId="3365805559" sldId="2147483648"/>
              <pc:sldLayoutMk cId="733244762" sldId="2147483655"/>
              <ac:spMk id="33" creationId="{055C292D-E0F5-D28C-3C64-4170CB7A5579}"/>
            </ac:spMkLst>
          </pc:spChg>
          <pc:spChg chg="mod">
            <ac:chgData name="Tina Korshøj" userId="fc9c1787-86ff-4527-a6cb-a23af2ce0cfe" providerId="ADAL" clId="{12CD37EC-F126-58A4-9D73-FCCAAE6DBE25}" dt="2025-11-11T14:04:24.978" v="82" actId="962"/>
            <ac:spMkLst>
              <pc:docMk/>
              <pc:sldMasterMk cId="3365805559" sldId="2147483648"/>
              <pc:sldLayoutMk cId="733244762" sldId="2147483655"/>
              <ac:spMk id="34" creationId="{C04E6777-B7D6-2B95-861E-19DCFEA9880B}"/>
            </ac:spMkLst>
          </pc:spChg>
          <pc:spChg chg="mod">
            <ac:chgData name="Tina Korshøj" userId="fc9c1787-86ff-4527-a6cb-a23af2ce0cfe" providerId="ADAL" clId="{12CD37EC-F126-58A4-9D73-FCCAAE6DBE25}" dt="2025-11-11T14:04:20.713" v="81" actId="962"/>
            <ac:spMkLst>
              <pc:docMk/>
              <pc:sldMasterMk cId="3365805559" sldId="2147483648"/>
              <pc:sldLayoutMk cId="733244762" sldId="2147483655"/>
              <ac:spMk id="35" creationId="{ADFFADB8-A281-71C0-EB97-79D1B6ACF8E3}"/>
            </ac:spMkLst>
          </pc:spChg>
          <pc:spChg chg="mod">
            <ac:chgData name="Tina Korshøj" userId="fc9c1787-86ff-4527-a6cb-a23af2ce0cfe" providerId="ADAL" clId="{12CD37EC-F126-58A4-9D73-FCCAAE6DBE25}" dt="2025-11-11T14:04:13.530" v="80" actId="962"/>
            <ac:spMkLst>
              <pc:docMk/>
              <pc:sldMasterMk cId="3365805559" sldId="2147483648"/>
              <pc:sldLayoutMk cId="733244762" sldId="2147483655"/>
              <ac:spMk id="36" creationId="{5DF4A071-F123-AB63-F039-E933134E6768}"/>
            </ac:spMkLst>
          </pc:spChg>
          <pc:spChg chg="mod ord">
            <ac:chgData name="Tina Korshøj" userId="fc9c1787-86ff-4527-a6cb-a23af2ce0cfe" providerId="ADAL" clId="{12CD37EC-F126-58A4-9D73-FCCAAE6DBE25}" dt="2025-11-11T14:04:09.664" v="79" actId="962"/>
            <ac:spMkLst>
              <pc:docMk/>
              <pc:sldMasterMk cId="3365805559" sldId="2147483648"/>
              <pc:sldLayoutMk cId="733244762" sldId="2147483655"/>
              <ac:spMk id="37" creationId="{BB6D6269-0299-2CA2-3C7A-E6DAE149670F}"/>
            </ac:spMkLst>
          </pc:spChg>
          <pc:spChg chg="mod">
            <ac:chgData name="Tina Korshøj" userId="fc9c1787-86ff-4527-a6cb-a23af2ce0cfe" providerId="ADAL" clId="{12CD37EC-F126-58A4-9D73-FCCAAE6DBE25}" dt="2025-11-11T14:03:14.740" v="64" actId="962"/>
            <ac:spMkLst>
              <pc:docMk/>
              <pc:sldMasterMk cId="3365805559" sldId="2147483648"/>
              <pc:sldLayoutMk cId="733244762" sldId="2147483655"/>
              <ac:spMk id="38" creationId="{8E456BDB-A817-FCE7-764E-52D716AEF7BB}"/>
            </ac:spMkLst>
          </pc:spChg>
          <pc:spChg chg="mod">
            <ac:chgData name="Tina Korshøj" userId="fc9c1787-86ff-4527-a6cb-a23af2ce0cfe" providerId="ADAL" clId="{12CD37EC-F126-58A4-9D73-FCCAAE6DBE25}" dt="2025-11-11T14:03:05.073" v="62" actId="962"/>
            <ac:spMkLst>
              <pc:docMk/>
              <pc:sldMasterMk cId="3365805559" sldId="2147483648"/>
              <pc:sldLayoutMk cId="733244762" sldId="2147483655"/>
              <ac:spMk id="39" creationId="{EF989D20-5B89-63D2-FB9B-A5D763788789}"/>
            </ac:spMkLst>
          </pc:spChg>
          <pc:spChg chg="mod">
            <ac:chgData name="Tina Korshøj" userId="fc9c1787-86ff-4527-a6cb-a23af2ce0cfe" providerId="ADAL" clId="{12CD37EC-F126-58A4-9D73-FCCAAE6DBE25}" dt="2025-11-11T14:02:52.531" v="61" actId="962"/>
            <ac:spMkLst>
              <pc:docMk/>
              <pc:sldMasterMk cId="3365805559" sldId="2147483648"/>
              <pc:sldLayoutMk cId="733244762" sldId="2147483655"/>
              <ac:spMk id="40" creationId="{102DCF00-DE1F-44E8-289A-7E1EF2EAFE28}"/>
            </ac:spMkLst>
          </pc:spChg>
          <pc:spChg chg="mod">
            <ac:chgData name="Tina Korshøj" userId="fc9c1787-86ff-4527-a6cb-a23af2ce0cfe" providerId="ADAL" clId="{12CD37EC-F126-58A4-9D73-FCCAAE6DBE25}" dt="2025-11-11T14:01:41.715" v="54" actId="962"/>
            <ac:spMkLst>
              <pc:docMk/>
              <pc:sldMasterMk cId="3365805559" sldId="2147483648"/>
              <pc:sldLayoutMk cId="733244762" sldId="2147483655"/>
              <ac:spMk id="41" creationId="{2205041E-506C-F9EC-0018-3B8F850FB9A4}"/>
            </ac:spMkLst>
          </pc:spChg>
        </pc:sldLayoutChg>
        <pc:sldLayoutChg chg="modSp">
          <pc:chgData name="Tina Korshøj" userId="fc9c1787-86ff-4527-a6cb-a23af2ce0cfe" providerId="ADAL" clId="{12CD37EC-F126-58A4-9D73-FCCAAE6DBE25}" dt="2025-11-11T14:01:05.892" v="53" actId="962"/>
          <pc:sldLayoutMkLst>
            <pc:docMk/>
            <pc:sldMasterMk cId="3365805559" sldId="2147483648"/>
            <pc:sldLayoutMk cId="4044110134" sldId="2147483656"/>
          </pc:sldLayoutMkLst>
          <pc:spChg chg="mod">
            <ac:chgData name="Tina Korshøj" userId="fc9c1787-86ff-4527-a6cb-a23af2ce0cfe" providerId="ADAL" clId="{12CD37EC-F126-58A4-9D73-FCCAAE6DBE25}" dt="2025-11-11T13:59:32.781" v="47" actId="962"/>
            <ac:spMkLst>
              <pc:docMk/>
              <pc:sldMasterMk cId="3365805559" sldId="2147483648"/>
              <pc:sldLayoutMk cId="4044110134" sldId="2147483656"/>
              <ac:spMk id="2" creationId="{CE86F331-E2F9-D7F6-E722-A1EEEB63ACC6}"/>
            </ac:spMkLst>
          </pc:spChg>
          <pc:spChg chg="mod">
            <ac:chgData name="Tina Korshøj" userId="fc9c1787-86ff-4527-a6cb-a23af2ce0cfe" providerId="ADAL" clId="{12CD37EC-F126-58A4-9D73-FCCAAE6DBE25}" dt="2025-11-11T13:59:36.139" v="48" actId="962"/>
            <ac:spMkLst>
              <pc:docMk/>
              <pc:sldMasterMk cId="3365805559" sldId="2147483648"/>
              <pc:sldLayoutMk cId="4044110134" sldId="2147483656"/>
              <ac:spMk id="3" creationId="{AF69B8FF-0DB6-3B59-928A-913DC69C9AC5}"/>
            </ac:spMkLst>
          </pc:spChg>
          <pc:spChg chg="mod">
            <ac:chgData name="Tina Korshøj" userId="fc9c1787-86ff-4527-a6cb-a23af2ce0cfe" providerId="ADAL" clId="{12CD37EC-F126-58A4-9D73-FCCAAE6DBE25}" dt="2025-11-11T13:59:38.923" v="49" actId="962"/>
            <ac:spMkLst>
              <pc:docMk/>
              <pc:sldMasterMk cId="3365805559" sldId="2147483648"/>
              <pc:sldLayoutMk cId="4044110134" sldId="2147483656"/>
              <ac:spMk id="4" creationId="{86A24F90-873E-9FE4-94DC-6100C32E576D}"/>
            </ac:spMkLst>
          </pc:spChg>
          <pc:spChg chg="mod">
            <ac:chgData name="Tina Korshøj" userId="fc9c1787-86ff-4527-a6cb-a23af2ce0cfe" providerId="ADAL" clId="{12CD37EC-F126-58A4-9D73-FCCAAE6DBE25}" dt="2025-11-11T13:59:44.456" v="50" actId="962"/>
            <ac:spMkLst>
              <pc:docMk/>
              <pc:sldMasterMk cId="3365805559" sldId="2147483648"/>
              <pc:sldLayoutMk cId="4044110134" sldId="2147483656"/>
              <ac:spMk id="5" creationId="{645AE15E-2F64-2787-1BE8-727F55928559}"/>
            </ac:spMkLst>
          </pc:spChg>
          <pc:spChg chg="mod">
            <ac:chgData name="Tina Korshøj" userId="fc9c1787-86ff-4527-a6cb-a23af2ce0cfe" providerId="ADAL" clId="{12CD37EC-F126-58A4-9D73-FCCAAE6DBE25}" dt="2025-11-11T13:59:47.253" v="51" actId="962"/>
            <ac:spMkLst>
              <pc:docMk/>
              <pc:sldMasterMk cId="3365805559" sldId="2147483648"/>
              <pc:sldLayoutMk cId="4044110134" sldId="2147483656"/>
              <ac:spMk id="6" creationId="{848FAA35-BA30-421F-42AC-CE66A51B45D9}"/>
            </ac:spMkLst>
          </pc:spChg>
          <pc:spChg chg="mod">
            <ac:chgData name="Tina Korshøj" userId="fc9c1787-86ff-4527-a6cb-a23af2ce0cfe" providerId="ADAL" clId="{12CD37EC-F126-58A4-9D73-FCCAAE6DBE25}" dt="2025-11-11T13:59:50.273" v="52" actId="962"/>
            <ac:spMkLst>
              <pc:docMk/>
              <pc:sldMasterMk cId="3365805559" sldId="2147483648"/>
              <pc:sldLayoutMk cId="4044110134" sldId="2147483656"/>
              <ac:spMk id="7" creationId="{2663DAF6-2B5D-B299-7377-58A1117104B9}"/>
            </ac:spMkLst>
          </pc:spChg>
          <pc:spChg chg="mod">
            <ac:chgData name="Tina Korshøj" userId="fc9c1787-86ff-4527-a6cb-a23af2ce0cfe" providerId="ADAL" clId="{12CD37EC-F126-58A4-9D73-FCCAAE6DBE25}" dt="2025-11-11T13:59:24.044" v="46" actId="962"/>
            <ac:spMkLst>
              <pc:docMk/>
              <pc:sldMasterMk cId="3365805559" sldId="2147483648"/>
              <pc:sldLayoutMk cId="4044110134" sldId="2147483656"/>
              <ac:spMk id="12" creationId="{A1C6BF1B-99D8-B50E-57EF-A8C6FBF6C318}"/>
            </ac:spMkLst>
          </pc:spChg>
          <pc:spChg chg="mod">
            <ac:chgData name="Tina Korshøj" userId="fc9c1787-86ff-4527-a6cb-a23af2ce0cfe" providerId="ADAL" clId="{12CD37EC-F126-58A4-9D73-FCCAAE6DBE25}" dt="2025-11-11T14:01:05.892" v="53" actId="962"/>
            <ac:spMkLst>
              <pc:docMk/>
              <pc:sldMasterMk cId="3365805559" sldId="2147483648"/>
              <pc:sldLayoutMk cId="4044110134" sldId="2147483656"/>
              <ac:spMk id="13" creationId="{555E0D52-4EBA-D06B-7478-C5D08ADE5680}"/>
            </ac:spMkLst>
          </pc:spChg>
          <pc:spChg chg="mod">
            <ac:chgData name="Tina Korshøj" userId="fc9c1787-86ff-4527-a6cb-a23af2ce0cfe" providerId="ADAL" clId="{12CD37EC-F126-58A4-9D73-FCCAAE6DBE25}" dt="2025-11-11T13:59:20.851" v="45" actId="962"/>
            <ac:spMkLst>
              <pc:docMk/>
              <pc:sldMasterMk cId="3365805559" sldId="2147483648"/>
              <pc:sldLayoutMk cId="4044110134" sldId="2147483656"/>
              <ac:spMk id="22" creationId="{5E8163AB-3EDA-B614-FF12-090BEB5A28D8}"/>
            </ac:spMkLst>
          </pc:spChg>
          <pc:spChg chg="mod">
            <ac:chgData name="Tina Korshøj" userId="fc9c1787-86ff-4527-a6cb-a23af2ce0cfe" providerId="ADAL" clId="{12CD37EC-F126-58A4-9D73-FCCAAE6DBE25}" dt="2025-11-11T13:59:14.610" v="44" actId="962"/>
            <ac:spMkLst>
              <pc:docMk/>
              <pc:sldMasterMk cId="3365805559" sldId="2147483648"/>
              <pc:sldLayoutMk cId="4044110134" sldId="2147483656"/>
              <ac:spMk id="23" creationId="{64508BA0-7053-180F-1ABC-76AD2F7E1BFA}"/>
            </ac:spMkLst>
          </pc:spChg>
          <pc:spChg chg="mod">
            <ac:chgData name="Tina Korshøj" userId="fc9c1787-86ff-4527-a6cb-a23af2ce0cfe" providerId="ADAL" clId="{12CD37EC-F126-58A4-9D73-FCCAAE6DBE25}" dt="2025-11-11T13:59:08.880" v="43" actId="962"/>
            <ac:spMkLst>
              <pc:docMk/>
              <pc:sldMasterMk cId="3365805559" sldId="2147483648"/>
              <pc:sldLayoutMk cId="4044110134" sldId="2147483656"/>
              <ac:spMk id="24" creationId="{733513DB-98E2-9C17-738C-1A1CEEE4E1AE}"/>
            </ac:spMkLst>
          </pc:spChg>
          <pc:spChg chg="mod">
            <ac:chgData name="Tina Korshøj" userId="fc9c1787-86ff-4527-a6cb-a23af2ce0cfe" providerId="ADAL" clId="{12CD37EC-F126-58A4-9D73-FCCAAE6DBE25}" dt="2025-11-11T13:59:03.554" v="42" actId="962"/>
            <ac:spMkLst>
              <pc:docMk/>
              <pc:sldMasterMk cId="3365805559" sldId="2147483648"/>
              <pc:sldLayoutMk cId="4044110134" sldId="2147483656"/>
              <ac:spMk id="25" creationId="{F31280FD-7A1B-C85D-7C3F-46F97215AA5A}"/>
            </ac:spMkLst>
          </pc:spChg>
        </pc:sldLayoutChg>
        <pc:sldLayoutChg chg="modSp">
          <pc:chgData name="Tina Korshøj" userId="fc9c1787-86ff-4527-a6cb-a23af2ce0cfe" providerId="ADAL" clId="{12CD37EC-F126-58A4-9D73-FCCAAE6DBE25}" dt="2025-11-11T14:06:14.669" v="102" actId="962"/>
          <pc:sldLayoutMkLst>
            <pc:docMk/>
            <pc:sldMasterMk cId="3365805559" sldId="2147483648"/>
            <pc:sldLayoutMk cId="1087787301" sldId="2147483657"/>
          </pc:sldLayoutMkLst>
          <pc:spChg chg="mod">
            <ac:chgData name="Tina Korshøj" userId="fc9c1787-86ff-4527-a6cb-a23af2ce0cfe" providerId="ADAL" clId="{12CD37EC-F126-58A4-9D73-FCCAAE6DBE25}" dt="2025-11-11T14:06:14.669" v="102" actId="962"/>
            <ac:spMkLst>
              <pc:docMk/>
              <pc:sldMasterMk cId="3365805559" sldId="2147483648"/>
              <pc:sldLayoutMk cId="1087787301" sldId="2147483657"/>
              <ac:spMk id="8" creationId="{FDFEE6C3-D65F-4F19-E064-7EE29398FF31}"/>
            </ac:spMkLst>
          </pc:spChg>
        </pc:sldLayoutChg>
        <pc:sldLayoutChg chg="addSp delSp modSp mod">
          <pc:chgData name="Tina Korshøj" userId="fc9c1787-86ff-4527-a6cb-a23af2ce0cfe" providerId="ADAL" clId="{12CD37EC-F126-58A4-9D73-FCCAAE6DBE25}" dt="2025-11-11T13:56:05.712" v="41"/>
          <pc:sldLayoutMkLst>
            <pc:docMk/>
            <pc:sldMasterMk cId="3365805559" sldId="2147483648"/>
            <pc:sldLayoutMk cId="3827358518" sldId="2147483658"/>
          </pc:sldLayoutMkLst>
          <pc:spChg chg="add del mod">
            <ac:chgData name="Tina Korshøj" userId="fc9c1787-86ff-4527-a6cb-a23af2ce0cfe" providerId="ADAL" clId="{12CD37EC-F126-58A4-9D73-FCCAAE6DBE25}" dt="2025-11-11T13:56:05.712" v="41"/>
            <ac:spMkLst>
              <pc:docMk/>
              <pc:sldMasterMk cId="3365805559" sldId="2147483648"/>
              <pc:sldLayoutMk cId="3827358518" sldId="2147483658"/>
              <ac:spMk id="2" creationId="{CEA62F8E-A730-FA29-4605-057CAF8DA7C1}"/>
            </ac:spMkLst>
          </pc:spChg>
          <pc:spChg chg="mod">
            <ac:chgData name="Tina Korshøj" userId="fc9c1787-86ff-4527-a6cb-a23af2ce0cfe" providerId="ADAL" clId="{12CD37EC-F126-58A4-9D73-FCCAAE6DBE25}" dt="2025-11-11T13:55:53.249" v="38" actId="5793"/>
            <ac:spMkLst>
              <pc:docMk/>
              <pc:sldMasterMk cId="3365805559" sldId="2147483648"/>
              <pc:sldLayoutMk cId="3827358518" sldId="2147483658"/>
              <ac:spMk id="41" creationId="{00000000-0000-0000-0000-00000000000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nder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ndering1">
            <a:extLst>
              <a:ext uri="{FF2B5EF4-FFF2-40B4-BE49-F238E27FC236}">
                <a16:creationId xmlns:a16="http://schemas.microsoft.com/office/drawing/2014/main" id="{A1C6BF1B-99D8-B50E-57EF-A8C6FBF6C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98976" y="1124560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" name="Rendering2">
            <a:extLst>
              <a:ext uri="{FF2B5EF4-FFF2-40B4-BE49-F238E27FC236}">
                <a16:creationId xmlns:a16="http://schemas.microsoft.com/office/drawing/2014/main" id="{CE86F331-E2F9-D7F6-E722-A1EEEB63ACC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257038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3" name="Rendering3">
            <a:extLst>
              <a:ext uri="{FF2B5EF4-FFF2-40B4-BE49-F238E27FC236}">
                <a16:creationId xmlns:a16="http://schemas.microsoft.com/office/drawing/2014/main" id="{AF69B8FF-0DB6-3B59-928A-913DC69C9AC5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6215100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4" name="Rendering4">
            <a:extLst>
              <a:ext uri="{FF2B5EF4-FFF2-40B4-BE49-F238E27FC236}">
                <a16:creationId xmlns:a16="http://schemas.microsoft.com/office/drawing/2014/main" id="{86A24F90-873E-9FE4-94DC-6100C32E576D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9173162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5" name="Rendering5">
            <a:extLst>
              <a:ext uri="{FF2B5EF4-FFF2-40B4-BE49-F238E27FC236}">
                <a16:creationId xmlns:a16="http://schemas.microsoft.com/office/drawing/2014/main" id="{645AE15E-2F64-2787-1BE8-727F55928559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298976" y="2842964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6" name="Rendering6">
            <a:extLst>
              <a:ext uri="{FF2B5EF4-FFF2-40B4-BE49-F238E27FC236}">
                <a16:creationId xmlns:a16="http://schemas.microsoft.com/office/drawing/2014/main" id="{848FAA35-BA30-421F-42AC-CE66A51B45D9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3257038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7" name="Rendering7">
            <a:extLst>
              <a:ext uri="{FF2B5EF4-FFF2-40B4-BE49-F238E27FC236}">
                <a16:creationId xmlns:a16="http://schemas.microsoft.com/office/drawing/2014/main" id="{2663DAF6-2B5D-B299-7377-58A1117104B9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15100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13" name="Rendering8">
            <a:extLst>
              <a:ext uri="{FF2B5EF4-FFF2-40B4-BE49-F238E27FC236}">
                <a16:creationId xmlns:a16="http://schemas.microsoft.com/office/drawing/2014/main" id="{555E0D52-4EBA-D06B-7478-C5D08ADE568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9173162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2" name="Rendering9">
            <a:extLst>
              <a:ext uri="{FF2B5EF4-FFF2-40B4-BE49-F238E27FC236}">
                <a16:creationId xmlns:a16="http://schemas.microsoft.com/office/drawing/2014/main" id="{5E8163AB-3EDA-B614-FF12-090BEB5A28D8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298976" y="456136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3" name="Rendering10">
            <a:extLst>
              <a:ext uri="{FF2B5EF4-FFF2-40B4-BE49-F238E27FC236}">
                <a16:creationId xmlns:a16="http://schemas.microsoft.com/office/drawing/2014/main" id="{64508BA0-7053-180F-1ABC-76AD2F7E1BFA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3257038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4" name="Rendering11">
            <a:extLst>
              <a:ext uri="{FF2B5EF4-FFF2-40B4-BE49-F238E27FC236}">
                <a16:creationId xmlns:a16="http://schemas.microsoft.com/office/drawing/2014/main" id="{733513DB-98E2-9C17-738C-1A1CEEE4E1AE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6215100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5" name="Rendering12">
            <a:extLst>
              <a:ext uri="{FF2B5EF4-FFF2-40B4-BE49-F238E27FC236}">
                <a16:creationId xmlns:a16="http://schemas.microsoft.com/office/drawing/2014/main" id="{F31280FD-7A1B-C85D-7C3F-46F97215AA5A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9173162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F2BA0C38-D265-1EB9-6990-ADC2FA0C4EDC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298450" y="252167"/>
            <a:ext cx="7705725" cy="389900"/>
          </a:xfrm>
        </p:spPr>
        <p:txBody>
          <a:bodyPr/>
          <a:lstStyle>
            <a:lvl1pPr>
              <a:buNone/>
              <a:defRPr sz="1800">
                <a:latin typeface="Euclid Flex" panose="020B0500030000000000" pitchFamily="34" charset="77"/>
              </a:defRPr>
            </a:lvl1pPr>
            <a:lvl2pPr>
              <a:defRPr sz="1800">
                <a:latin typeface="Euclid Flex" panose="020B0500030000000000" pitchFamily="34" charset="77"/>
              </a:defRPr>
            </a:lvl2pPr>
            <a:lvl3pPr>
              <a:defRPr sz="1800">
                <a:latin typeface="Euclid Flex" panose="020B0500030000000000" pitchFamily="34" charset="77"/>
              </a:defRPr>
            </a:lvl3pPr>
            <a:lvl4pPr>
              <a:defRPr sz="1800">
                <a:latin typeface="Euclid Flex" panose="020B0500030000000000" pitchFamily="34" charset="77"/>
              </a:defRPr>
            </a:lvl4pPr>
            <a:lvl5pPr>
              <a:defRPr sz="1800">
                <a:latin typeface="Euclid Flex" panose="020B0500030000000000" pitchFamily="34" charset="77"/>
              </a:defRPr>
            </a:lvl5pPr>
          </a:lstStyle>
          <a:p>
            <a:pPr lvl="0"/>
            <a:endParaRPr lang="da-DK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50E747-12C5-D7B3-7EFA-AD61AB16E39B}"/>
              </a:ext>
            </a:extLst>
          </p:cNvPr>
          <p:cNvSpPr txBox="1"/>
          <p:nvPr userDrawn="1"/>
        </p:nvSpPr>
        <p:spPr>
          <a:xfrm>
            <a:off x="298450" y="672048"/>
            <a:ext cx="3344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Euclid Flex" panose="020B0500030000000000" pitchFamily="34" charset="77"/>
              </a:rPr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044110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t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oductPackshot1">
            <a:extLst>
              <a:ext uri="{FF2B5EF4-FFF2-40B4-BE49-F238E27FC236}">
                <a16:creationId xmlns:a16="http://schemas.microsoft.com/office/drawing/2014/main" id="{D7739F1F-1375-A7AC-4978-60208A803D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34114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9" name="ProductPackshot2">
            <a:extLst>
              <a:ext uri="{FF2B5EF4-FFF2-40B4-BE49-F238E27FC236}">
                <a16:creationId xmlns:a16="http://schemas.microsoft.com/office/drawing/2014/main" id="{5ED1B38D-9F3C-7B17-3B9C-AD3E3BE0104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20639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0" name="ProductPackshot3">
            <a:extLst>
              <a:ext uri="{FF2B5EF4-FFF2-40B4-BE49-F238E27FC236}">
                <a16:creationId xmlns:a16="http://schemas.microsoft.com/office/drawing/2014/main" id="{6DEC5D53-A46F-D1AE-1190-F598AC7B62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207164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1" name="ProductPackshot4">
            <a:extLst>
              <a:ext uri="{FF2B5EF4-FFF2-40B4-BE49-F238E27FC236}">
                <a16:creationId xmlns:a16="http://schemas.microsoft.com/office/drawing/2014/main" id="{3FBDFC4B-298D-5A91-8E0C-FE2119BAD63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693689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2" name="Rendering&#10;{{Rendering}}&#10;{{Rendering}}">
            <a:extLst>
              <a:ext uri="{FF2B5EF4-FFF2-40B4-BE49-F238E27FC236}">
                <a16:creationId xmlns:a16="http://schemas.microsoft.com/office/drawing/2014/main" id="{A1C6BF1B-99D8-B50E-57EF-A8C6FBF6C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03709" y="1079590"/>
            <a:ext cx="5286372" cy="3042704"/>
          </a:xfrm>
        </p:spPr>
        <p:txBody>
          <a:bodyPr/>
          <a:lstStyle/>
          <a:p>
            <a:endParaRPr lang="da-DK"/>
          </a:p>
        </p:txBody>
      </p:sp>
      <p:sp>
        <p:nvSpPr>
          <p:cNvPr id="14" name="ProductPackshot5">
            <a:extLst>
              <a:ext uri="{FF2B5EF4-FFF2-40B4-BE49-F238E27FC236}">
                <a16:creationId xmlns:a16="http://schemas.microsoft.com/office/drawing/2014/main" id="{C4ECFDCB-145C-72F9-7D30-3A3A59003D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34114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5" name="ProductPackshot6">
            <a:extLst>
              <a:ext uri="{FF2B5EF4-FFF2-40B4-BE49-F238E27FC236}">
                <a16:creationId xmlns:a16="http://schemas.microsoft.com/office/drawing/2014/main" id="{EBC6AACF-33A3-970F-5C1D-A6B61754078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720639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6" name="ProductPackshot7">
            <a:extLst>
              <a:ext uri="{FF2B5EF4-FFF2-40B4-BE49-F238E27FC236}">
                <a16:creationId xmlns:a16="http://schemas.microsoft.com/office/drawing/2014/main" id="{9B4B450A-4416-295B-C574-97AF4B1E503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207164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7" name="ProductPackshot8">
            <a:extLst>
              <a:ext uri="{FF2B5EF4-FFF2-40B4-BE49-F238E27FC236}">
                <a16:creationId xmlns:a16="http://schemas.microsoft.com/office/drawing/2014/main" id="{39516A90-0B52-4208-352A-FB236F77D68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693689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8" name="ProductPackshot9">
            <a:extLst>
              <a:ext uri="{FF2B5EF4-FFF2-40B4-BE49-F238E27FC236}">
                <a16:creationId xmlns:a16="http://schemas.microsoft.com/office/drawing/2014/main" id="{EA746E77-735E-B6A4-6378-CCABBC56BDE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34114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9" name="ProductPackshot10">
            <a:extLst>
              <a:ext uri="{FF2B5EF4-FFF2-40B4-BE49-F238E27FC236}">
                <a16:creationId xmlns:a16="http://schemas.microsoft.com/office/drawing/2014/main" id="{D6464BA6-28B1-506D-68A5-302CA132118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720639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20" name="ProductPackshot11">
            <a:extLst>
              <a:ext uri="{FF2B5EF4-FFF2-40B4-BE49-F238E27FC236}">
                <a16:creationId xmlns:a16="http://schemas.microsoft.com/office/drawing/2014/main" id="{CD424CCA-A51D-E67D-5BB3-EDE762A0FCA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207164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21" name="ProductPackshot12">
            <a:extLst>
              <a:ext uri="{FF2B5EF4-FFF2-40B4-BE49-F238E27FC236}">
                <a16:creationId xmlns:a16="http://schemas.microsoft.com/office/drawing/2014/main" id="{57341C95-B6DC-73BE-DF59-FC98EEE3128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93689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27" name="PRODUCT DESCRIPTION 1">
            <a:extLst>
              <a:ext uri="{FF2B5EF4-FFF2-40B4-BE49-F238E27FC236}">
                <a16:creationId xmlns:a16="http://schemas.microsoft.com/office/drawing/2014/main" id="{1161B3CD-F71F-F3ED-55EB-ED991412CD0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34763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28" name="PRODUCT DESCRIPTION 2">
            <a:extLst>
              <a:ext uri="{FF2B5EF4-FFF2-40B4-BE49-F238E27FC236}">
                <a16:creationId xmlns:a16="http://schemas.microsoft.com/office/drawing/2014/main" id="{CB7565EE-3FFC-C5D3-D3FC-36BAA210EAB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720639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29" name="PRODUCT DESCRIPTION 3">
            <a:extLst>
              <a:ext uri="{FF2B5EF4-FFF2-40B4-BE49-F238E27FC236}">
                <a16:creationId xmlns:a16="http://schemas.microsoft.com/office/drawing/2014/main" id="{E982C4E3-7800-F391-55D4-8814046C2DF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206515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1" name="PRODUCT DESCRIPTION 5">
            <a:extLst>
              <a:ext uri="{FF2B5EF4-FFF2-40B4-BE49-F238E27FC236}">
                <a16:creationId xmlns:a16="http://schemas.microsoft.com/office/drawing/2014/main" id="{329C47DA-9B37-F483-8F7F-B7E9910442B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234114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2" name="PRODUCT DESCRIPTION 6">
            <a:extLst>
              <a:ext uri="{FF2B5EF4-FFF2-40B4-BE49-F238E27FC236}">
                <a16:creationId xmlns:a16="http://schemas.microsoft.com/office/drawing/2014/main" id="{6FBC0EDC-9654-834F-D05D-3FB8D9D7088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719990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3" name="PRODUCT DESCRIPTION 7">
            <a:extLst>
              <a:ext uri="{FF2B5EF4-FFF2-40B4-BE49-F238E27FC236}">
                <a16:creationId xmlns:a16="http://schemas.microsoft.com/office/drawing/2014/main" id="{055C292D-E0F5-D28C-3C64-4170CB7A557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205866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4" name="PRODUCT DESCRIPTION 8">
            <a:extLst>
              <a:ext uri="{FF2B5EF4-FFF2-40B4-BE49-F238E27FC236}">
                <a16:creationId xmlns:a16="http://schemas.microsoft.com/office/drawing/2014/main" id="{C04E6777-B7D6-2B95-861E-19DCFEA9880B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0691742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5" name="PRODUCT DESCRIPTION 9">
            <a:extLst>
              <a:ext uri="{FF2B5EF4-FFF2-40B4-BE49-F238E27FC236}">
                <a16:creationId xmlns:a16="http://schemas.microsoft.com/office/drawing/2014/main" id="{ADFFADB8-A281-71C0-EB97-79D1B6ACF8E3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233465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6" name="PRODUCT DESCRIPTION 10">
            <a:extLst>
              <a:ext uri="{FF2B5EF4-FFF2-40B4-BE49-F238E27FC236}">
                <a16:creationId xmlns:a16="http://schemas.microsoft.com/office/drawing/2014/main" id="{5DF4A071-F123-AB63-F039-E933134E676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719341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7" name="PRODUCT DESCRIPTION 11">
            <a:extLst>
              <a:ext uri="{FF2B5EF4-FFF2-40B4-BE49-F238E27FC236}">
                <a16:creationId xmlns:a16="http://schemas.microsoft.com/office/drawing/2014/main" id="{BB6D6269-0299-2CA2-3C7A-E6DAE149670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205217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r>
              <a:rPr lang="da-DK" dirty="0"/>
              <a:t>PRODUCT DESCRIPTION 12</a:t>
            </a:r>
          </a:p>
        </p:txBody>
      </p:sp>
      <p:sp>
        <p:nvSpPr>
          <p:cNvPr id="38" name="PRODUCT DESCRIPTION 12">
            <a:extLst>
              <a:ext uri="{FF2B5EF4-FFF2-40B4-BE49-F238E27FC236}">
                <a16:creationId xmlns:a16="http://schemas.microsoft.com/office/drawing/2014/main" id="{8E456BDB-A817-FCE7-764E-52D716AEF7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691093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0" name="PRODUCT DESCRIPTION 4">
            <a:extLst>
              <a:ext uri="{FF2B5EF4-FFF2-40B4-BE49-F238E27FC236}">
                <a16:creationId xmlns:a16="http://schemas.microsoft.com/office/drawing/2014/main" id="{16B8FD2B-9445-BD8C-9A84-C2528646A62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0692391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9" name="Linedrawing">
            <a:extLst>
              <a:ext uri="{FF2B5EF4-FFF2-40B4-BE49-F238E27FC236}">
                <a16:creationId xmlns:a16="http://schemas.microsoft.com/office/drawing/2014/main" id="{EF989D20-5B89-63D2-FB9B-A5D76378878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76853" y="4267030"/>
            <a:ext cx="2655600" cy="2424386"/>
          </a:xfrm>
        </p:spPr>
        <p:txBody>
          <a:bodyPr/>
          <a:lstStyle/>
          <a:p>
            <a:endParaRPr lang="da-DK"/>
          </a:p>
        </p:txBody>
      </p:sp>
      <p:sp>
        <p:nvSpPr>
          <p:cNvPr id="40" name="SETTINGNAME">
            <a:extLst>
              <a:ext uri="{FF2B5EF4-FFF2-40B4-BE49-F238E27FC236}">
                <a16:creationId xmlns:a16="http://schemas.microsoft.com/office/drawing/2014/main" id="{102DCF00-DE1F-44E8-289A-7E1EF2EAFE2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703709" y="679231"/>
            <a:ext cx="11257254" cy="255624"/>
          </a:xfrm>
        </p:spPr>
        <p:txBody>
          <a:bodyPr>
            <a:normAutofit/>
          </a:bodyPr>
          <a:lstStyle>
            <a:lvl1pPr>
              <a:buNone/>
              <a:defRPr sz="1400" b="0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41" name="SETTINGNAME">
            <a:extLst>
              <a:ext uri="{FF2B5EF4-FFF2-40B4-BE49-F238E27FC236}">
                <a16:creationId xmlns:a16="http://schemas.microsoft.com/office/drawing/2014/main" id="{2205041E-506C-F9EC-0018-3B8F850FB9A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576590" y="4312298"/>
            <a:ext cx="2413491" cy="404813"/>
          </a:xfrm>
        </p:spPr>
        <p:txBody>
          <a:bodyPr/>
          <a:lstStyle>
            <a:lvl1pPr>
              <a:buNone/>
              <a:defRPr sz="1400" b="1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44" name="Text Placeholder">
            <a:extLst>
              <a:ext uri="{FF2B5EF4-FFF2-40B4-BE49-F238E27FC236}">
                <a16:creationId xmlns:a16="http://schemas.microsoft.com/office/drawing/2014/main" id="{C0CF9D10-A2AA-5DF2-D8AD-44A8CEABA6F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3576976" y="4888070"/>
            <a:ext cx="2413000" cy="1803346"/>
          </a:xfrm>
        </p:spPr>
        <p:txBody>
          <a:bodyPr/>
          <a:lstStyle>
            <a:lvl1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1pPr>
            <a:lvl2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2pPr>
            <a:lvl3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3pPr>
            <a:lvl4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4pPr>
            <a:lvl5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02ACBE-A482-8A15-A337-1651696AC6A7}"/>
              </a:ext>
            </a:extLst>
          </p:cNvPr>
          <p:cNvSpPr txBox="1"/>
          <p:nvPr userDrawn="1"/>
        </p:nvSpPr>
        <p:spPr>
          <a:xfrm>
            <a:off x="676852" y="237532"/>
            <a:ext cx="420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latin typeface="Euclid Flex Bold" panose="020B0500030000000000" pitchFamily="34" charset="77"/>
              </a:rPr>
              <a:t>SHOP THE LOOK</a:t>
            </a:r>
          </a:p>
        </p:txBody>
      </p:sp>
    </p:spTree>
    <p:extLst>
      <p:ext uri="{BB962C8B-B14F-4D97-AF65-F5344CB8AC3E}">
        <p14:creationId xmlns:p14="http://schemas.microsoft.com/office/powerpoint/2010/main" val="733244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List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550E747-12C5-D7B3-7EFA-AD61AB16E39B}"/>
              </a:ext>
            </a:extLst>
          </p:cNvPr>
          <p:cNvSpPr txBox="1"/>
          <p:nvPr userDrawn="1"/>
        </p:nvSpPr>
        <p:spPr>
          <a:xfrm>
            <a:off x="583263" y="934855"/>
            <a:ext cx="3344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Euclid Flex" panose="020B0500030000000000" pitchFamily="34" charset="77"/>
              </a:rPr>
              <a:t>LIST OF PRODUCTS IN SETTING</a:t>
            </a:r>
          </a:p>
        </p:txBody>
      </p:sp>
      <p:sp>
        <p:nvSpPr>
          <p:cNvPr id="8" name="SETTINGNAME">
            <a:extLst>
              <a:ext uri="{FF2B5EF4-FFF2-40B4-BE49-F238E27FC236}">
                <a16:creationId xmlns:a16="http://schemas.microsoft.com/office/drawing/2014/main" id="{FDFEE6C3-D65F-4F19-E064-7EE29398FF3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76852" y="679231"/>
            <a:ext cx="11257254" cy="255624"/>
          </a:xfrm>
        </p:spPr>
        <p:txBody>
          <a:bodyPr>
            <a:normAutofit/>
          </a:bodyPr>
          <a:lstStyle>
            <a:lvl1pPr>
              <a:buNone/>
              <a:defRPr sz="1400" b="0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3FF46E-6BB2-ED4C-1D17-A5ABAED3EE9D}"/>
              </a:ext>
            </a:extLst>
          </p:cNvPr>
          <p:cNvSpPr txBox="1"/>
          <p:nvPr userDrawn="1"/>
        </p:nvSpPr>
        <p:spPr>
          <a:xfrm>
            <a:off x="676852" y="309899"/>
            <a:ext cx="420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latin typeface="Euclid Flex Bold" panose="020B0500030000000000" pitchFamily="34" charset="77"/>
              </a:rPr>
              <a:t>SHOP THE LOOK</a:t>
            </a:r>
          </a:p>
        </p:txBody>
      </p:sp>
    </p:spTree>
    <p:extLst>
      <p:ext uri="{BB962C8B-B14F-4D97-AF65-F5344CB8AC3E}">
        <p14:creationId xmlns:p14="http://schemas.microsoft.com/office/powerpoint/2010/main" val="1087787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404ACB-9722-BA49-981A-AD7F5F93F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FE6205-5ADA-EB81-4009-11B6ECBF0F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51907-9842-80AF-3137-C9DA593FC9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23CD41-131C-0449-9E61-95CCBBCDE762}" type="datetimeFigureOut">
              <a:rPr lang="da-DK" smtClean="0"/>
              <a:t>11.11.2025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C7D0D1-2430-49FA-DAAF-04CCCBEC9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ACFF5-1046-706A-2998-8C36C723B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A2D80-5EF7-FD44-9B2B-1E2B0F3E9F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5805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7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Euclid Flex" panose="020B0500030000000000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Arial</vt:lpstr>
      <vt:lpstr>Euclid Flex</vt:lpstr>
      <vt:lpstr>Euclid Flex Bold</vt:lpstr>
      <vt:lpstr>System Font Regular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Tina Korshøj</dc:creator>
  <cp:lastModifiedBy>Tina Korshøj</cp:lastModifiedBy>
  <cp:revision>1</cp:revision>
  <dcterms:created xsi:type="dcterms:W3CDTF">2025-11-10T16:43:52Z</dcterms:created>
  <dcterms:modified xsi:type="dcterms:W3CDTF">2025-11-11T14:06:26Z</dcterms:modified>
</cp:coreProperties>
</file>
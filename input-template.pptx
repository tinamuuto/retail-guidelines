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DEFE33-E062-8E49-BCED-1365D625C63C}" v="83" dt="2025-11-10T17:15:19.2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06"/>
    <p:restoredTop sz="94690"/>
  </p:normalViewPr>
  <p:slideViewPr>
    <p:cSldViewPr snapToGrid="0">
      <p:cViewPr>
        <p:scale>
          <a:sx n="86" d="100"/>
          <a:sy n="86" d="100"/>
        </p:scale>
        <p:origin x="2320" y="1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nder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{{Rendering}}&#10;{{Rendering}}&#10;{{Rendering}}">
            <a:extLst>
              <a:ext uri="{FF2B5EF4-FFF2-40B4-BE49-F238E27FC236}">
                <a16:creationId xmlns:a16="http://schemas.microsoft.com/office/drawing/2014/main" id="{A1C6BF1B-99D8-B50E-57EF-A8C6FBF6C31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98976" y="1124560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" name="{{Rendering}}&#10;{{Rendering}}&#10;{{Rendering}}">
            <a:extLst>
              <a:ext uri="{FF2B5EF4-FFF2-40B4-BE49-F238E27FC236}">
                <a16:creationId xmlns:a16="http://schemas.microsoft.com/office/drawing/2014/main" id="{CE86F331-E2F9-D7F6-E722-A1EEEB63ACC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3257038" y="1124558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3" name="{{Rendering}}&#10;{{Rendering}}&#10;{{Rendering}}">
            <a:extLst>
              <a:ext uri="{FF2B5EF4-FFF2-40B4-BE49-F238E27FC236}">
                <a16:creationId xmlns:a16="http://schemas.microsoft.com/office/drawing/2014/main" id="{AF69B8FF-0DB6-3B59-928A-913DC69C9AC5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6215100" y="1124558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4" name="{{Rendering}}&#10;{{Rendering}}&#10;{{Rendering}}">
            <a:extLst>
              <a:ext uri="{FF2B5EF4-FFF2-40B4-BE49-F238E27FC236}">
                <a16:creationId xmlns:a16="http://schemas.microsoft.com/office/drawing/2014/main" id="{86A24F90-873E-9FE4-94DC-6100C32E576D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9173162" y="1124558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5" name="{{Rendering}}&#10;{{Rendering}}&#10;{{Rendering}}">
            <a:extLst>
              <a:ext uri="{FF2B5EF4-FFF2-40B4-BE49-F238E27FC236}">
                <a16:creationId xmlns:a16="http://schemas.microsoft.com/office/drawing/2014/main" id="{645AE15E-2F64-2787-1BE8-727F55928559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298976" y="2842964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6" name="{{Rendering}}&#10;{{Rendering}}&#10;{{Rendering}}">
            <a:extLst>
              <a:ext uri="{FF2B5EF4-FFF2-40B4-BE49-F238E27FC236}">
                <a16:creationId xmlns:a16="http://schemas.microsoft.com/office/drawing/2014/main" id="{848FAA35-BA30-421F-42AC-CE66A51B45D9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3257038" y="2842962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7" name="{{Rendering}}&#10;{{Rendering}}&#10;{{Rendering}}">
            <a:extLst>
              <a:ext uri="{FF2B5EF4-FFF2-40B4-BE49-F238E27FC236}">
                <a16:creationId xmlns:a16="http://schemas.microsoft.com/office/drawing/2014/main" id="{2663DAF6-2B5D-B299-7377-58A1117104B9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15100" y="2842962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13" name="{{Rendering}}&#10;{{Rendering}}&#10;{{Rendering}}">
            <a:extLst>
              <a:ext uri="{FF2B5EF4-FFF2-40B4-BE49-F238E27FC236}">
                <a16:creationId xmlns:a16="http://schemas.microsoft.com/office/drawing/2014/main" id="{555E0D52-4EBA-D06B-7478-C5D08ADE5680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9173162" y="2842962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2" name="{{Rendering}}&#10;{{Rendering}}&#10;{{Rendering}}">
            <a:extLst>
              <a:ext uri="{FF2B5EF4-FFF2-40B4-BE49-F238E27FC236}">
                <a16:creationId xmlns:a16="http://schemas.microsoft.com/office/drawing/2014/main" id="{5E8163AB-3EDA-B614-FF12-090BEB5A28D8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298976" y="4561368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3" name="{{Rendering}}&#10;{{Rendering}}&#10;{{Rendering}}">
            <a:extLst>
              <a:ext uri="{FF2B5EF4-FFF2-40B4-BE49-F238E27FC236}">
                <a16:creationId xmlns:a16="http://schemas.microsoft.com/office/drawing/2014/main" id="{64508BA0-7053-180F-1ABC-76AD2F7E1BFA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3257038" y="4561366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4" name="{{Rendering}}&#10;{{Rendering}}&#10;{{Rendering}}">
            <a:extLst>
              <a:ext uri="{FF2B5EF4-FFF2-40B4-BE49-F238E27FC236}">
                <a16:creationId xmlns:a16="http://schemas.microsoft.com/office/drawing/2014/main" id="{733513DB-98E2-9C17-738C-1A1CEEE4E1AE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6215100" y="4561366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5" name="{{Rendering}}&#10;{{Rendering}}&#10;{{Rendering}}">
            <a:extLst>
              <a:ext uri="{FF2B5EF4-FFF2-40B4-BE49-F238E27FC236}">
                <a16:creationId xmlns:a16="http://schemas.microsoft.com/office/drawing/2014/main" id="{F31280FD-7A1B-C85D-7C3F-46F97215AA5A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9173162" y="4561366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F2BA0C38-D265-1EB9-6990-ADC2FA0C4EDC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298450" y="252167"/>
            <a:ext cx="7705725" cy="389900"/>
          </a:xfrm>
        </p:spPr>
        <p:txBody>
          <a:bodyPr/>
          <a:lstStyle>
            <a:lvl1pPr>
              <a:buNone/>
              <a:defRPr sz="1800">
                <a:latin typeface="Euclid Flex" panose="020B0500030000000000" pitchFamily="34" charset="77"/>
              </a:defRPr>
            </a:lvl1pPr>
            <a:lvl2pPr>
              <a:defRPr sz="1800">
                <a:latin typeface="Euclid Flex" panose="020B0500030000000000" pitchFamily="34" charset="77"/>
              </a:defRPr>
            </a:lvl2pPr>
            <a:lvl3pPr>
              <a:defRPr sz="1800">
                <a:latin typeface="Euclid Flex" panose="020B0500030000000000" pitchFamily="34" charset="77"/>
              </a:defRPr>
            </a:lvl3pPr>
            <a:lvl4pPr>
              <a:defRPr sz="1800">
                <a:latin typeface="Euclid Flex" panose="020B0500030000000000" pitchFamily="34" charset="77"/>
              </a:defRPr>
            </a:lvl4pPr>
            <a:lvl5pPr>
              <a:defRPr sz="1800">
                <a:latin typeface="Euclid Flex" panose="020B0500030000000000" pitchFamily="34" charset="77"/>
              </a:defRPr>
            </a:lvl5pPr>
          </a:lstStyle>
          <a:p>
            <a:pPr lvl="0"/>
            <a:endParaRPr lang="da-DK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50E747-12C5-D7B3-7EFA-AD61AB16E39B}"/>
              </a:ext>
            </a:extLst>
          </p:cNvPr>
          <p:cNvSpPr txBox="1"/>
          <p:nvPr userDrawn="1"/>
        </p:nvSpPr>
        <p:spPr>
          <a:xfrm>
            <a:off x="298450" y="672048"/>
            <a:ext cx="3344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400" dirty="0">
                <a:latin typeface="Euclid Flex" panose="020B0500030000000000" pitchFamily="34" charset="77"/>
              </a:rPr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4044110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t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{{ProductPackshot1}}">
            <a:extLst>
              <a:ext uri="{FF2B5EF4-FFF2-40B4-BE49-F238E27FC236}">
                <a16:creationId xmlns:a16="http://schemas.microsoft.com/office/drawing/2014/main" id="{D7739F1F-1375-A7AC-4978-60208A803D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34114" y="1081295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9" name="{{ProductPackshot2}}">
            <a:extLst>
              <a:ext uri="{FF2B5EF4-FFF2-40B4-BE49-F238E27FC236}">
                <a16:creationId xmlns:a16="http://schemas.microsoft.com/office/drawing/2014/main" id="{5ED1B38D-9F3C-7B17-3B9C-AD3E3BE0104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720639" y="1081295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0" name="{{ProductPackshot3}}">
            <a:extLst>
              <a:ext uri="{FF2B5EF4-FFF2-40B4-BE49-F238E27FC236}">
                <a16:creationId xmlns:a16="http://schemas.microsoft.com/office/drawing/2014/main" id="{6DEC5D53-A46F-D1AE-1190-F598AC7B620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207164" y="1081295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1" name="{{ProductPackshot4}}">
            <a:extLst>
              <a:ext uri="{FF2B5EF4-FFF2-40B4-BE49-F238E27FC236}">
                <a16:creationId xmlns:a16="http://schemas.microsoft.com/office/drawing/2014/main" id="{3FBDFC4B-298D-5A91-8E0C-FE2119BAD63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693689" y="1081295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2" name="{{Rendering}}&#10;{{Rendering}}&#10;{{Rendering}}">
            <a:extLst>
              <a:ext uri="{FF2B5EF4-FFF2-40B4-BE49-F238E27FC236}">
                <a16:creationId xmlns:a16="http://schemas.microsoft.com/office/drawing/2014/main" id="{A1C6BF1B-99D8-B50E-57EF-A8C6FBF6C31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03709" y="1079590"/>
            <a:ext cx="5286372" cy="3042704"/>
          </a:xfrm>
        </p:spPr>
        <p:txBody>
          <a:bodyPr/>
          <a:lstStyle/>
          <a:p>
            <a:endParaRPr lang="da-DK"/>
          </a:p>
        </p:txBody>
      </p:sp>
      <p:sp>
        <p:nvSpPr>
          <p:cNvPr id="14" name="{{ProductPackshot5}}">
            <a:extLst>
              <a:ext uri="{FF2B5EF4-FFF2-40B4-BE49-F238E27FC236}">
                <a16:creationId xmlns:a16="http://schemas.microsoft.com/office/drawing/2014/main" id="{C4ECFDCB-145C-72F9-7D30-3A3A59003D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34114" y="2984421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5" name="{{ProductPackshot6}}">
            <a:extLst>
              <a:ext uri="{FF2B5EF4-FFF2-40B4-BE49-F238E27FC236}">
                <a16:creationId xmlns:a16="http://schemas.microsoft.com/office/drawing/2014/main" id="{EBC6AACF-33A3-970F-5C1D-A6B61754078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720639" y="2984421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6" name="{{ProductPackshot7}}">
            <a:extLst>
              <a:ext uri="{FF2B5EF4-FFF2-40B4-BE49-F238E27FC236}">
                <a16:creationId xmlns:a16="http://schemas.microsoft.com/office/drawing/2014/main" id="{9B4B450A-4416-295B-C574-97AF4B1E503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207164" y="2984421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7" name="{{ProductPackshot8}}">
            <a:extLst>
              <a:ext uri="{FF2B5EF4-FFF2-40B4-BE49-F238E27FC236}">
                <a16:creationId xmlns:a16="http://schemas.microsoft.com/office/drawing/2014/main" id="{39516A90-0B52-4208-352A-FB236F77D68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693689" y="2984421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8" name="{{ProductPackshot9}}">
            <a:extLst>
              <a:ext uri="{FF2B5EF4-FFF2-40B4-BE49-F238E27FC236}">
                <a16:creationId xmlns:a16="http://schemas.microsoft.com/office/drawing/2014/main" id="{EA746E77-735E-B6A4-6378-CCABBC56BDE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34114" y="4887547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9" name="{{ProductPackshot10}}">
            <a:extLst>
              <a:ext uri="{FF2B5EF4-FFF2-40B4-BE49-F238E27FC236}">
                <a16:creationId xmlns:a16="http://schemas.microsoft.com/office/drawing/2014/main" id="{D6464BA6-28B1-506D-68A5-302CA132118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720639" y="4887547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20" name="{{ProductPackshot11}}">
            <a:extLst>
              <a:ext uri="{FF2B5EF4-FFF2-40B4-BE49-F238E27FC236}">
                <a16:creationId xmlns:a16="http://schemas.microsoft.com/office/drawing/2014/main" id="{CD424CCA-A51D-E67D-5BB3-EDE762A0FCA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207164" y="4887547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21" name="{{ProductPackshot12}}">
            <a:extLst>
              <a:ext uri="{FF2B5EF4-FFF2-40B4-BE49-F238E27FC236}">
                <a16:creationId xmlns:a16="http://schemas.microsoft.com/office/drawing/2014/main" id="{57341C95-B6DC-73BE-DF59-FC98EEE3128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0693689" y="4887547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27" name="{{PRODUCT DESCRIPTION 1}}">
            <a:extLst>
              <a:ext uri="{FF2B5EF4-FFF2-40B4-BE49-F238E27FC236}">
                <a16:creationId xmlns:a16="http://schemas.microsoft.com/office/drawing/2014/main" id="{1161B3CD-F71F-F3ED-55EB-ED991412CD0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34763" y="2443448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28" name="{{PRODUCT DESCRIPTION 2}}">
            <a:extLst>
              <a:ext uri="{FF2B5EF4-FFF2-40B4-BE49-F238E27FC236}">
                <a16:creationId xmlns:a16="http://schemas.microsoft.com/office/drawing/2014/main" id="{CB7565EE-3FFC-C5D3-D3FC-36BAA210EAB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720639" y="2443448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29" name="{{PRODUCT DESCRIPTION 3}}">
            <a:extLst>
              <a:ext uri="{FF2B5EF4-FFF2-40B4-BE49-F238E27FC236}">
                <a16:creationId xmlns:a16="http://schemas.microsoft.com/office/drawing/2014/main" id="{E982C4E3-7800-F391-55D4-8814046C2DF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206515" y="2443448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0" name="{{PRODUCT DESCRIPTION 4}}">
            <a:extLst>
              <a:ext uri="{FF2B5EF4-FFF2-40B4-BE49-F238E27FC236}">
                <a16:creationId xmlns:a16="http://schemas.microsoft.com/office/drawing/2014/main" id="{16B8FD2B-9445-BD8C-9A84-C2528646A62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0692391" y="2443448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1" name="{{PRODUCT DESCRIPTION 5}}">
            <a:extLst>
              <a:ext uri="{FF2B5EF4-FFF2-40B4-BE49-F238E27FC236}">
                <a16:creationId xmlns:a16="http://schemas.microsoft.com/office/drawing/2014/main" id="{329C47DA-9B37-F483-8F7F-B7E9910442B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234114" y="4365025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2" name="{{PRODUCT DESCRIPTION 6}}">
            <a:extLst>
              <a:ext uri="{FF2B5EF4-FFF2-40B4-BE49-F238E27FC236}">
                <a16:creationId xmlns:a16="http://schemas.microsoft.com/office/drawing/2014/main" id="{6FBC0EDC-9654-834F-D05D-3FB8D9D7088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719990" y="4365025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3" name="{{PRODUCT DESCRIPTION 7}}">
            <a:extLst>
              <a:ext uri="{FF2B5EF4-FFF2-40B4-BE49-F238E27FC236}">
                <a16:creationId xmlns:a16="http://schemas.microsoft.com/office/drawing/2014/main" id="{055C292D-E0F5-D28C-3C64-4170CB7A5579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205866" y="4365025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4" name="{{PRODUCT DESCRIPTION 8}}">
            <a:extLst>
              <a:ext uri="{FF2B5EF4-FFF2-40B4-BE49-F238E27FC236}">
                <a16:creationId xmlns:a16="http://schemas.microsoft.com/office/drawing/2014/main" id="{C04E6777-B7D6-2B95-861E-19DCFEA9880B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0691742" y="4365025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5" name="{{PRODUCT DESCRIPTION 9}}">
            <a:extLst>
              <a:ext uri="{FF2B5EF4-FFF2-40B4-BE49-F238E27FC236}">
                <a16:creationId xmlns:a16="http://schemas.microsoft.com/office/drawing/2014/main" id="{ADFFADB8-A281-71C0-EB97-79D1B6ACF8E3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233465" y="6286602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6" name="{{PRODUCT DESCRIPTION 10}}">
            <a:extLst>
              <a:ext uri="{FF2B5EF4-FFF2-40B4-BE49-F238E27FC236}">
                <a16:creationId xmlns:a16="http://schemas.microsoft.com/office/drawing/2014/main" id="{5DF4A071-F123-AB63-F039-E933134E676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719341" y="6286602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7" name="{{PRODUCT DESCRIPTION 11}}">
            <a:extLst>
              <a:ext uri="{FF2B5EF4-FFF2-40B4-BE49-F238E27FC236}">
                <a16:creationId xmlns:a16="http://schemas.microsoft.com/office/drawing/2014/main" id="{BB6D6269-0299-2CA2-3C7A-E6DAE149670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205217" y="6286602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8" name="{{PRODUCT DESCRIPTION 12}}">
            <a:extLst>
              <a:ext uri="{FF2B5EF4-FFF2-40B4-BE49-F238E27FC236}">
                <a16:creationId xmlns:a16="http://schemas.microsoft.com/office/drawing/2014/main" id="{8E456BDB-A817-FCE7-764E-52D716AEF7B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691093" y="6286602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9" name="{{Linedrawing}}">
            <a:extLst>
              <a:ext uri="{FF2B5EF4-FFF2-40B4-BE49-F238E27FC236}">
                <a16:creationId xmlns:a16="http://schemas.microsoft.com/office/drawing/2014/main" id="{EF989D20-5B89-63D2-FB9B-A5D763788789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76853" y="4267030"/>
            <a:ext cx="2655600" cy="2424386"/>
          </a:xfrm>
        </p:spPr>
        <p:txBody>
          <a:bodyPr/>
          <a:lstStyle/>
          <a:p>
            <a:endParaRPr lang="da-DK"/>
          </a:p>
        </p:txBody>
      </p:sp>
      <p:sp>
        <p:nvSpPr>
          <p:cNvPr id="40" name="{{SETTINGNAME}}">
            <a:extLst>
              <a:ext uri="{FF2B5EF4-FFF2-40B4-BE49-F238E27FC236}">
                <a16:creationId xmlns:a16="http://schemas.microsoft.com/office/drawing/2014/main" id="{102DCF00-DE1F-44E8-289A-7E1EF2EAFE2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703709" y="679231"/>
            <a:ext cx="11257254" cy="255624"/>
          </a:xfrm>
        </p:spPr>
        <p:txBody>
          <a:bodyPr>
            <a:normAutofit/>
          </a:bodyPr>
          <a:lstStyle>
            <a:lvl1pPr>
              <a:buNone/>
              <a:defRPr sz="1400" b="0">
                <a:latin typeface="Euclid Flex Bold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41" name="{{SETTINGNAME}}">
            <a:extLst>
              <a:ext uri="{FF2B5EF4-FFF2-40B4-BE49-F238E27FC236}">
                <a16:creationId xmlns:a16="http://schemas.microsoft.com/office/drawing/2014/main" id="{2205041E-506C-F9EC-0018-3B8F850FB9A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576590" y="4312298"/>
            <a:ext cx="2413491" cy="404813"/>
          </a:xfrm>
        </p:spPr>
        <p:txBody>
          <a:bodyPr/>
          <a:lstStyle>
            <a:lvl1pPr>
              <a:buNone/>
              <a:defRPr sz="1400" b="1">
                <a:latin typeface="Euclid Flex Bold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44" name="Text Placeholder">
            <a:extLst>
              <a:ext uri="{FF2B5EF4-FFF2-40B4-BE49-F238E27FC236}">
                <a16:creationId xmlns:a16="http://schemas.microsoft.com/office/drawing/2014/main" id="{C0CF9D10-A2AA-5DF2-D8AD-44A8CEABA6FA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3576976" y="4888070"/>
            <a:ext cx="2413000" cy="1803346"/>
          </a:xfrm>
        </p:spPr>
        <p:txBody>
          <a:bodyPr/>
          <a:lstStyle>
            <a:lvl1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1pPr>
            <a:lvl2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2pPr>
            <a:lvl3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3pPr>
            <a:lvl4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4pPr>
            <a:lvl5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A02ACBE-A482-8A15-A337-1651696AC6A7}"/>
              </a:ext>
            </a:extLst>
          </p:cNvPr>
          <p:cNvSpPr txBox="1"/>
          <p:nvPr userDrawn="1"/>
        </p:nvSpPr>
        <p:spPr>
          <a:xfrm>
            <a:off x="676852" y="237532"/>
            <a:ext cx="420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latin typeface="Euclid Flex Bold" panose="020B0500030000000000" pitchFamily="34" charset="77"/>
              </a:rPr>
              <a:t>SHOP THE LOOK</a:t>
            </a:r>
          </a:p>
        </p:txBody>
      </p:sp>
    </p:spTree>
    <p:extLst>
      <p:ext uri="{BB962C8B-B14F-4D97-AF65-F5344CB8AC3E}">
        <p14:creationId xmlns:p14="http://schemas.microsoft.com/office/powerpoint/2010/main" val="733244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1550E747-12C5-D7B3-7EFA-AD61AB16E39B}"/>
              </a:ext>
            </a:extLst>
          </p:cNvPr>
          <p:cNvSpPr txBox="1"/>
          <p:nvPr userDrawn="1"/>
        </p:nvSpPr>
        <p:spPr>
          <a:xfrm>
            <a:off x="583263" y="934855"/>
            <a:ext cx="3344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400" dirty="0">
                <a:latin typeface="Euclid Flex" panose="020B0500030000000000" pitchFamily="34" charset="77"/>
              </a:rPr>
              <a:t>LIST OF PRODUCTS IN SETTING</a:t>
            </a:r>
          </a:p>
        </p:txBody>
      </p:sp>
      <p:sp>
        <p:nvSpPr>
          <p:cNvPr id="8" name="{{SETTINGNAME}}">
            <a:extLst>
              <a:ext uri="{FF2B5EF4-FFF2-40B4-BE49-F238E27FC236}">
                <a16:creationId xmlns:a16="http://schemas.microsoft.com/office/drawing/2014/main" id="{FDFEE6C3-D65F-4F19-E064-7EE29398FF3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76852" y="679231"/>
            <a:ext cx="11257254" cy="255624"/>
          </a:xfrm>
        </p:spPr>
        <p:txBody>
          <a:bodyPr>
            <a:normAutofit/>
          </a:bodyPr>
          <a:lstStyle>
            <a:lvl1pPr>
              <a:buNone/>
              <a:defRPr sz="1400" b="0">
                <a:latin typeface="Euclid Flex Bold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3FF46E-6BB2-ED4C-1D17-A5ABAED3EE9D}"/>
              </a:ext>
            </a:extLst>
          </p:cNvPr>
          <p:cNvSpPr txBox="1"/>
          <p:nvPr userDrawn="1"/>
        </p:nvSpPr>
        <p:spPr>
          <a:xfrm>
            <a:off x="676852" y="309899"/>
            <a:ext cx="420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latin typeface="Euclid Flex Bold" panose="020B0500030000000000" pitchFamily="34" charset="77"/>
              </a:rPr>
              <a:t>SHOP THE LOOK</a:t>
            </a:r>
          </a:p>
        </p:txBody>
      </p:sp>
    </p:spTree>
    <p:extLst>
      <p:ext uri="{BB962C8B-B14F-4D97-AF65-F5344CB8AC3E}">
        <p14:creationId xmlns:p14="http://schemas.microsoft.com/office/powerpoint/2010/main" val="1087787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404ACB-9722-BA49-981A-AD7F5F93F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FE6205-5ADA-EB81-4009-11B6ECBF0F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A51907-9842-80AF-3137-C9DA593FC9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23CD41-131C-0449-9E61-95CCBBCDE762}" type="datetimeFigureOut">
              <a:rPr lang="da-DK" smtClean="0"/>
              <a:t>10.11.2025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C7D0D1-2430-49FA-DAAF-04CCCBEC9B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EACFF5-1046-706A-2998-8C36C723B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DA2D80-5EF7-FD44-9B2B-1E2B0F3E9F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65805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7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EB9E49C7-DAE6-56AD-9ABD-A36216D6B69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6D5F3C-8D27-C9D0-8FE3-6F6301A3D08A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B9189B8-1CFD-8BBB-221B-220301D5AE34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02AE5A7-9857-8F55-6BF7-8D6BCBA0D4DF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804D586-50B0-6B76-CF3D-6635EAF6E93E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AAB736B-5C63-E69F-8582-45F6DE2D9DB5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606666F-1815-520E-DD21-AA30DC629BAC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DACA73B-906A-1D82-38AE-6083863AC66C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2DFEAC-43C8-2F25-998F-DB3518D4C7A7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5604572-E288-42F2-AE73-6A8CA49C3E6C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28D06AA-86E8-8682-FB70-67CFD1B5C1D0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EEB52305-E8AA-08FF-2611-9F9C7D03CE11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3F3FB28-1C07-3BBB-7204-C43E7BC67E99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148382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085B74B-1803-8C5B-CCB5-0F1159AD8CB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55E372-6505-F763-482D-C95AAD34EF3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16AC078-44CA-BB6A-CFE0-1D3A5AC54DB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8E21384-EBCA-FAFC-CDBC-4CFC0194BA2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0C4AF9C-6A97-8D7C-4C81-880ABE3A7C2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C3A1FF0-524F-A0AD-9830-FFD1158F79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B005602-A103-CEEC-5684-F527D1DE7D8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E382029-D4E3-FFFE-ECCD-B57C38FF5FD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89AD7AA-8B64-2B64-FFBB-C256EB920F3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C0982C4-E755-623D-3259-56B94281E54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53EFCB8-7A46-CE24-7FB8-BB019D58A4E9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4529CF5-0193-D26D-726C-41EB8BB216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F6AE9E69-789A-A6F4-8E02-5540898774F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ACA489B-2250-4795-F313-3A82B11A1E6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AF49820-272B-7377-1F25-AE3C345AD0F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7C1FB0F6-D907-4112-00D7-33ED66C0F2F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2F6DBEA-CCA4-A2F5-CD18-B132FB6DAD5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11A606-76E7-C909-90F5-4CA067025EE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B168CD05-FF5F-E1CF-1EE2-E8F80221CD2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B0CDA534-6C98-9A32-9337-C436613C009E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754E6C97-2564-7116-4967-71562CF7AFF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8F253BCE-3DE4-70BD-3B32-D5A7A7B0021B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0E2E3B91-B78F-CC2D-1CC9-F32A58F02EFA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AC72D548-653B-2290-8A06-F6E1D772A0F4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0A5409C5-ED23-0DD0-1922-4F6CDC8ACE1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72A25EA9-D2A2-6A69-5415-0B8530CECA4D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C58F720C-DA8A-19CF-7A17-028BA9DBD9F2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CCFE59F0-A059-BA13-DE47-FA88B7068676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A7F1561A-0894-F1C2-571D-67B71549392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13874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0A29855-7199-CA47-CEFF-B6A4A40054E5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08441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0</Words>
  <Application>Microsoft Macintosh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Aptos</vt:lpstr>
      <vt:lpstr>Aptos Display</vt:lpstr>
      <vt:lpstr>Arial</vt:lpstr>
      <vt:lpstr>Euclid Flex</vt:lpstr>
      <vt:lpstr>Euclid Flex Bold</vt:lpstr>
      <vt:lpstr>System Font Regular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Tina Korshøj</dc:creator>
  <cp:lastModifiedBy>Tina Korshøj</cp:lastModifiedBy>
  <cp:revision>1</cp:revision>
  <dcterms:created xsi:type="dcterms:W3CDTF">2025-11-10T16:43:52Z</dcterms:created>
  <dcterms:modified xsi:type="dcterms:W3CDTF">2025-11-10T17:16:20Z</dcterms:modified>
</cp:coreProperties>
</file>
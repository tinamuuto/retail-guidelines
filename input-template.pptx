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DEFE33-E062-8E49-BCED-1365D625C63C}" v="184" dt="2025-11-11T16:23:58.4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746"/>
    <p:restoredTop sz="94793"/>
  </p:normalViewPr>
  <p:slideViewPr>
    <p:cSldViewPr snapToGrid="0">
      <p:cViewPr varScale="1">
        <p:scale>
          <a:sx n="107" d="100"/>
          <a:sy n="107" d="100"/>
        </p:scale>
        <p:origin x="440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na Korshøj" userId="fc9c1787-86ff-4527-a6cb-a23af2ce0cfe" providerId="ADAL" clId="{12CD37EC-F126-58A4-9D73-FCCAAE6DBE25}"/>
    <pc:docChg chg="undo custSel addSld delSld modSld sldOrd modMainMaster">
      <pc:chgData name="Tina Korshøj" userId="fc9c1787-86ff-4527-a6cb-a23af2ce0cfe" providerId="ADAL" clId="{12CD37EC-F126-58A4-9D73-FCCAAE6DBE25}" dt="2025-11-11T17:04:28.108" v="395" actId="2696"/>
      <pc:docMkLst>
        <pc:docMk/>
      </pc:docMkLst>
      <pc:sldChg chg="del">
        <pc:chgData name="Tina Korshøj" userId="fc9c1787-86ff-4527-a6cb-a23af2ce0cfe" providerId="ADAL" clId="{12CD37EC-F126-58A4-9D73-FCCAAE6DBE25}" dt="2025-11-11T09:26:06.284" v="3" actId="2696"/>
        <pc:sldMkLst>
          <pc:docMk/>
          <pc:sldMk cId="1814838217" sldId="256"/>
        </pc:sldMkLst>
      </pc:sldChg>
      <pc:sldChg chg="new del">
        <pc:chgData name="Tina Korshøj" userId="fc9c1787-86ff-4527-a6cb-a23af2ce0cfe" providerId="ADAL" clId="{12CD37EC-F126-58A4-9D73-FCCAAE6DBE25}" dt="2025-11-11T09:26:58.487" v="7" actId="2696"/>
        <pc:sldMkLst>
          <pc:docMk/>
          <pc:sldMk cId="2375695480" sldId="256"/>
        </pc:sldMkLst>
      </pc:sldChg>
      <pc:sldChg chg="modSp new del mod">
        <pc:chgData name="Tina Korshøj" userId="fc9c1787-86ff-4527-a6cb-a23af2ce0cfe" providerId="ADAL" clId="{12CD37EC-F126-58A4-9D73-FCCAAE6DBE25}" dt="2025-11-11T14:06:24.802" v="103" actId="2696"/>
        <pc:sldMkLst>
          <pc:docMk/>
          <pc:sldMk cId="3905008658" sldId="256"/>
        </pc:sldMkLst>
        <pc:spChg chg="mod">
          <ac:chgData name="Tina Korshøj" userId="fc9c1787-86ff-4527-a6cb-a23af2ce0cfe" providerId="ADAL" clId="{12CD37EC-F126-58A4-9D73-FCCAAE6DBE25}" dt="2025-11-11T14:02:37.765" v="60" actId="6549"/>
          <ac:spMkLst>
            <pc:docMk/>
            <pc:sldMk cId="3905008658" sldId="256"/>
            <ac:spMk id="2" creationId="{DA325E19-6DA0-F347-66BA-D02754B6B52A}"/>
          </ac:spMkLst>
        </pc:spChg>
      </pc:sldChg>
      <pc:sldChg chg="addSp delSp modSp new del mod">
        <pc:chgData name="Tina Korshøj" userId="fc9c1787-86ff-4527-a6cb-a23af2ce0cfe" providerId="ADAL" clId="{12CD37EC-F126-58A4-9D73-FCCAAE6DBE25}" dt="2025-11-11T17:04:28.108" v="395" actId="2696"/>
        <pc:sldMkLst>
          <pc:docMk/>
          <pc:sldMk cId="3995881266" sldId="256"/>
        </pc:sldMkLst>
        <pc:spChg chg="mod">
          <ac:chgData name="Tina Korshøj" userId="fc9c1787-86ff-4527-a6cb-a23af2ce0cfe" providerId="ADAL" clId="{12CD37EC-F126-58A4-9D73-FCCAAE6DBE25}" dt="2025-11-11T16:16:56.200" v="162" actId="20577"/>
          <ac:spMkLst>
            <pc:docMk/>
            <pc:sldMk cId="3995881266" sldId="256"/>
            <ac:spMk id="2" creationId="{862FAC17-A7ED-0DC2-12BE-A23A583AA7CB}"/>
          </ac:spMkLst>
        </pc:spChg>
        <pc:spChg chg="mod">
          <ac:chgData name="Tina Korshøj" userId="fc9c1787-86ff-4527-a6cb-a23af2ce0cfe" providerId="ADAL" clId="{12CD37EC-F126-58A4-9D73-FCCAAE6DBE25}" dt="2025-11-11T16:16:57.609" v="163" actId="20577"/>
          <ac:spMkLst>
            <pc:docMk/>
            <pc:sldMk cId="3995881266" sldId="256"/>
            <ac:spMk id="3" creationId="{66AA2499-611A-0739-74EC-7FDBD3D576B5}"/>
          </ac:spMkLst>
        </pc:spChg>
        <pc:spChg chg="mod">
          <ac:chgData name="Tina Korshøj" userId="fc9c1787-86ff-4527-a6cb-a23af2ce0cfe" providerId="ADAL" clId="{12CD37EC-F126-58A4-9D73-FCCAAE6DBE25}" dt="2025-11-11T16:16:58.731" v="164" actId="20577"/>
          <ac:spMkLst>
            <pc:docMk/>
            <pc:sldMk cId="3995881266" sldId="256"/>
            <ac:spMk id="4" creationId="{BB798141-C244-7EF5-A4F2-25471DB80C00}"/>
          </ac:spMkLst>
        </pc:spChg>
        <pc:spChg chg="mod">
          <ac:chgData name="Tina Korshøj" userId="fc9c1787-86ff-4527-a6cb-a23af2ce0cfe" providerId="ADAL" clId="{12CD37EC-F126-58A4-9D73-FCCAAE6DBE25}" dt="2025-11-11T16:17:00.782" v="165" actId="20577"/>
          <ac:spMkLst>
            <pc:docMk/>
            <pc:sldMk cId="3995881266" sldId="256"/>
            <ac:spMk id="5" creationId="{023BDF08-BAA0-7DB0-0AFF-7E1FDFBB95FC}"/>
          </ac:spMkLst>
        </pc:spChg>
        <pc:spChg chg="mod">
          <ac:chgData name="Tina Korshøj" userId="fc9c1787-86ff-4527-a6cb-a23af2ce0cfe" providerId="ADAL" clId="{12CD37EC-F126-58A4-9D73-FCCAAE6DBE25}" dt="2025-11-11T16:17:03.172" v="166" actId="20577"/>
          <ac:spMkLst>
            <pc:docMk/>
            <pc:sldMk cId="3995881266" sldId="256"/>
            <ac:spMk id="6" creationId="{2CC91FC0-8D62-1016-F61E-F7DF8674D53A}"/>
          </ac:spMkLst>
        </pc:spChg>
        <pc:spChg chg="mod">
          <ac:chgData name="Tina Korshøj" userId="fc9c1787-86ff-4527-a6cb-a23af2ce0cfe" providerId="ADAL" clId="{12CD37EC-F126-58A4-9D73-FCCAAE6DBE25}" dt="2025-11-11T16:17:04.566" v="167" actId="20577"/>
          <ac:spMkLst>
            <pc:docMk/>
            <pc:sldMk cId="3995881266" sldId="256"/>
            <ac:spMk id="7" creationId="{4500DEB7-FE3C-2DFE-EF40-4A2E4FDA9C5C}"/>
          </ac:spMkLst>
        </pc:spChg>
        <pc:spChg chg="mod">
          <ac:chgData name="Tina Korshøj" userId="fc9c1787-86ff-4527-a6cb-a23af2ce0cfe" providerId="ADAL" clId="{12CD37EC-F126-58A4-9D73-FCCAAE6DBE25}" dt="2025-11-11T16:17:07.368" v="168" actId="20577"/>
          <ac:spMkLst>
            <pc:docMk/>
            <pc:sldMk cId="3995881266" sldId="256"/>
            <ac:spMk id="8" creationId="{DAE330B2-209B-7953-50C0-6D1224801B93}"/>
          </ac:spMkLst>
        </pc:spChg>
        <pc:spChg chg="mod">
          <ac:chgData name="Tina Korshøj" userId="fc9c1787-86ff-4527-a6cb-a23af2ce0cfe" providerId="ADAL" clId="{12CD37EC-F126-58A4-9D73-FCCAAE6DBE25}" dt="2025-11-11T16:17:10.071" v="169" actId="20577"/>
          <ac:spMkLst>
            <pc:docMk/>
            <pc:sldMk cId="3995881266" sldId="256"/>
            <ac:spMk id="9" creationId="{65DD86E0-1708-E513-3DFA-F90BFE44950A}"/>
          </ac:spMkLst>
        </pc:spChg>
        <pc:spChg chg="mod">
          <ac:chgData name="Tina Korshøj" userId="fc9c1787-86ff-4527-a6cb-a23af2ce0cfe" providerId="ADAL" clId="{12CD37EC-F126-58A4-9D73-FCCAAE6DBE25}" dt="2025-11-11T16:17:19.722" v="176" actId="20577"/>
          <ac:spMkLst>
            <pc:docMk/>
            <pc:sldMk cId="3995881266" sldId="256"/>
            <ac:spMk id="10" creationId="{52AC03AF-5479-3C4C-ACF4-5B25599B4F68}"/>
          </ac:spMkLst>
        </pc:spChg>
        <pc:spChg chg="mod">
          <ac:chgData name="Tina Korshøj" userId="fc9c1787-86ff-4527-a6cb-a23af2ce0cfe" providerId="ADAL" clId="{12CD37EC-F126-58A4-9D73-FCCAAE6DBE25}" dt="2025-11-11T16:17:17.002" v="175" actId="20577"/>
          <ac:spMkLst>
            <pc:docMk/>
            <pc:sldMk cId="3995881266" sldId="256"/>
            <ac:spMk id="11" creationId="{7965AD62-C02D-F5C7-3AEF-7C3A4AEBED4F}"/>
          </ac:spMkLst>
        </pc:spChg>
        <pc:spChg chg="mod">
          <ac:chgData name="Tina Korshøj" userId="fc9c1787-86ff-4527-a6cb-a23af2ce0cfe" providerId="ADAL" clId="{12CD37EC-F126-58A4-9D73-FCCAAE6DBE25}" dt="2025-11-11T16:17:14.721" v="173" actId="20577"/>
          <ac:spMkLst>
            <pc:docMk/>
            <pc:sldMk cId="3995881266" sldId="256"/>
            <ac:spMk id="12" creationId="{8BF49EA9-3D3A-94A2-9F2B-130A9E4DD4BA}"/>
          </ac:spMkLst>
        </pc:spChg>
        <pc:spChg chg="mod">
          <ac:chgData name="Tina Korshøj" userId="fc9c1787-86ff-4527-a6cb-a23af2ce0cfe" providerId="ADAL" clId="{12CD37EC-F126-58A4-9D73-FCCAAE6DBE25}" dt="2025-11-11T16:17:12.602" v="171" actId="20577"/>
          <ac:spMkLst>
            <pc:docMk/>
            <pc:sldMk cId="3995881266" sldId="256"/>
            <ac:spMk id="13" creationId="{E61F66C5-3CD1-E313-287B-D4D4731C3CEB}"/>
          </ac:spMkLst>
        </pc:spChg>
        <pc:spChg chg="add del">
          <ac:chgData name="Tina Korshøj" userId="fc9c1787-86ff-4527-a6cb-a23af2ce0cfe" providerId="ADAL" clId="{12CD37EC-F126-58A4-9D73-FCCAAE6DBE25}" dt="2025-11-11T16:16:03.157" v="135" actId="22"/>
          <ac:spMkLst>
            <pc:docMk/>
            <pc:sldMk cId="3995881266" sldId="256"/>
            <ac:spMk id="16" creationId="{2954D848-9A52-1D23-FE06-458E1B35A894}"/>
          </ac:spMkLst>
        </pc:spChg>
      </pc:sldChg>
      <pc:sldChg chg="modSp del mod">
        <pc:chgData name="Tina Korshøj" userId="fc9c1787-86ff-4527-a6cb-a23af2ce0cfe" providerId="ADAL" clId="{12CD37EC-F126-58A4-9D73-FCCAAE6DBE25}" dt="2025-11-11T09:26:06.294" v="4" actId="2696"/>
        <pc:sldMkLst>
          <pc:docMk/>
          <pc:sldMk cId="2213874997" sldId="257"/>
        </pc:sldMkLst>
        <pc:spChg chg="mod">
          <ac:chgData name="Tina Korshøj" userId="fc9c1787-86ff-4527-a6cb-a23af2ce0cfe" providerId="ADAL" clId="{12CD37EC-F126-58A4-9D73-FCCAAE6DBE25}" dt="2025-11-11T09:25:56.020" v="1" actId="27636"/>
          <ac:spMkLst>
            <pc:docMk/>
            <pc:sldMk cId="2213874997" sldId="257"/>
            <ac:spMk id="28" creationId="{C58F720C-DA8A-19CF-7A17-028BA9DBD9F2}"/>
          </ac:spMkLst>
        </pc:spChg>
      </pc:sldChg>
      <pc:sldChg chg="addSp delSp modSp new del mod modNotesTx">
        <pc:chgData name="Tina Korshøj" userId="fc9c1787-86ff-4527-a6cb-a23af2ce0cfe" providerId="ADAL" clId="{12CD37EC-F126-58A4-9D73-FCCAAE6DBE25}" dt="2025-11-11T17:04:28.108" v="395" actId="2696"/>
        <pc:sldMkLst>
          <pc:docMk/>
          <pc:sldMk cId="3460949786" sldId="257"/>
        </pc:sldMkLst>
        <pc:spChg chg="mod">
          <ac:chgData name="Tina Korshøj" userId="fc9c1787-86ff-4527-a6cb-a23af2ce0cfe" providerId="ADAL" clId="{12CD37EC-F126-58A4-9D73-FCCAAE6DBE25}" dt="2025-11-11T16:17:41.951" v="200" actId="20577"/>
          <ac:spMkLst>
            <pc:docMk/>
            <pc:sldMk cId="3460949786" sldId="257"/>
            <ac:spMk id="2" creationId="{3DF4295E-AB8C-8EF4-AB24-AF7F4C6139C8}"/>
          </ac:spMkLst>
        </pc:spChg>
        <pc:spChg chg="mod">
          <ac:chgData name="Tina Korshøj" userId="fc9c1787-86ff-4527-a6cb-a23af2ce0cfe" providerId="ADAL" clId="{12CD37EC-F126-58A4-9D73-FCCAAE6DBE25}" dt="2025-11-11T16:18:00.906" v="220" actId="20577"/>
          <ac:spMkLst>
            <pc:docMk/>
            <pc:sldMk cId="3460949786" sldId="257"/>
            <ac:spMk id="3" creationId="{C17F4C6F-4077-267F-89A5-36AF33A638A6}"/>
          </ac:spMkLst>
        </pc:spChg>
        <pc:spChg chg="mod">
          <ac:chgData name="Tina Korshøj" userId="fc9c1787-86ff-4527-a6cb-a23af2ce0cfe" providerId="ADAL" clId="{12CD37EC-F126-58A4-9D73-FCCAAE6DBE25}" dt="2025-11-11T16:18:04.369" v="225" actId="20577"/>
          <ac:spMkLst>
            <pc:docMk/>
            <pc:sldMk cId="3460949786" sldId="257"/>
            <ac:spMk id="4" creationId="{B474616A-CF1A-96B1-34E1-33518B7D6CE4}"/>
          </ac:spMkLst>
        </pc:spChg>
        <pc:spChg chg="mod">
          <ac:chgData name="Tina Korshøj" userId="fc9c1787-86ff-4527-a6cb-a23af2ce0cfe" providerId="ADAL" clId="{12CD37EC-F126-58A4-9D73-FCCAAE6DBE25}" dt="2025-11-11T16:25:29.004" v="394" actId="20577"/>
          <ac:spMkLst>
            <pc:docMk/>
            <pc:sldMk cId="3460949786" sldId="257"/>
            <ac:spMk id="5" creationId="{571134D0-80E3-3A6B-FCF6-7C66AF3B82F4}"/>
          </ac:spMkLst>
        </pc:spChg>
        <pc:spChg chg="mod">
          <ac:chgData name="Tina Korshøj" userId="fc9c1787-86ff-4527-a6cb-a23af2ce0cfe" providerId="ADAL" clId="{12CD37EC-F126-58A4-9D73-FCCAAE6DBE25}" dt="2025-11-11T16:18:13.518" v="234" actId="20577"/>
          <ac:spMkLst>
            <pc:docMk/>
            <pc:sldMk cId="3460949786" sldId="257"/>
            <ac:spMk id="6" creationId="{C3D5F76F-CD21-B8C7-4B05-DB3C9D400939}"/>
          </ac:spMkLst>
        </pc:spChg>
        <pc:spChg chg="mod">
          <ac:chgData name="Tina Korshøj" userId="fc9c1787-86ff-4527-a6cb-a23af2ce0cfe" providerId="ADAL" clId="{12CD37EC-F126-58A4-9D73-FCCAAE6DBE25}" dt="2025-11-11T16:18:19.671" v="239" actId="20577"/>
          <ac:spMkLst>
            <pc:docMk/>
            <pc:sldMk cId="3460949786" sldId="257"/>
            <ac:spMk id="7" creationId="{1571EB0B-9610-EABF-CEA1-5AB8B6F3AE91}"/>
          </ac:spMkLst>
        </pc:spChg>
        <pc:spChg chg="mod">
          <ac:chgData name="Tina Korshøj" userId="fc9c1787-86ff-4527-a6cb-a23af2ce0cfe" providerId="ADAL" clId="{12CD37EC-F126-58A4-9D73-FCCAAE6DBE25}" dt="2025-11-11T16:18:25.296" v="244" actId="20577"/>
          <ac:spMkLst>
            <pc:docMk/>
            <pc:sldMk cId="3460949786" sldId="257"/>
            <ac:spMk id="8" creationId="{B1D15A1F-65FF-C34D-D164-49D5230633D4}"/>
          </ac:spMkLst>
        </pc:spChg>
        <pc:spChg chg="mod">
          <ac:chgData name="Tina Korshøj" userId="fc9c1787-86ff-4527-a6cb-a23af2ce0cfe" providerId="ADAL" clId="{12CD37EC-F126-58A4-9D73-FCCAAE6DBE25}" dt="2025-11-11T16:18:29.420" v="249" actId="20577"/>
          <ac:spMkLst>
            <pc:docMk/>
            <pc:sldMk cId="3460949786" sldId="257"/>
            <ac:spMk id="9" creationId="{20C7012B-3BEF-1F3F-25D2-0BBE8CB001D2}"/>
          </ac:spMkLst>
        </pc:spChg>
        <pc:spChg chg="mod">
          <ac:chgData name="Tina Korshøj" userId="fc9c1787-86ff-4527-a6cb-a23af2ce0cfe" providerId="ADAL" clId="{12CD37EC-F126-58A4-9D73-FCCAAE6DBE25}" dt="2025-11-11T16:21:30.236" v="354" actId="20577"/>
          <ac:spMkLst>
            <pc:docMk/>
            <pc:sldMk cId="3460949786" sldId="257"/>
            <ac:spMk id="10" creationId="{61CC68B9-49FE-5853-C758-407D7A88380F}"/>
          </ac:spMkLst>
        </pc:spChg>
        <pc:spChg chg="mod">
          <ac:chgData name="Tina Korshøj" userId="fc9c1787-86ff-4527-a6cb-a23af2ce0cfe" providerId="ADAL" clId="{12CD37EC-F126-58A4-9D73-FCCAAE6DBE25}" dt="2025-11-11T16:18:48.881" v="268" actId="20577"/>
          <ac:spMkLst>
            <pc:docMk/>
            <pc:sldMk cId="3460949786" sldId="257"/>
            <ac:spMk id="11" creationId="{A1CEAFA4-6121-FE73-2497-9C08F41D1CB2}"/>
          </ac:spMkLst>
        </pc:spChg>
        <pc:spChg chg="mod">
          <ac:chgData name="Tina Korshøj" userId="fc9c1787-86ff-4527-a6cb-a23af2ce0cfe" providerId="ADAL" clId="{12CD37EC-F126-58A4-9D73-FCCAAE6DBE25}" dt="2025-11-11T16:21:28.190" v="353" actId="20577"/>
          <ac:spMkLst>
            <pc:docMk/>
            <pc:sldMk cId="3460949786" sldId="257"/>
            <ac:spMk id="12" creationId="{CC9F99F7-C11A-6EE0-5691-8F1205DAAA46}"/>
          </ac:spMkLst>
        </pc:spChg>
        <pc:spChg chg="mod">
          <ac:chgData name="Tina Korshøj" userId="fc9c1787-86ff-4527-a6cb-a23af2ce0cfe" providerId="ADAL" clId="{12CD37EC-F126-58A4-9D73-FCCAAE6DBE25}" dt="2025-11-11T16:18:44.389" v="264" actId="20577"/>
          <ac:spMkLst>
            <pc:docMk/>
            <pc:sldMk cId="3460949786" sldId="257"/>
            <ac:spMk id="13" creationId="{526315D9-6235-6877-7505-BD43ADCE6A09}"/>
          </ac:spMkLst>
        </pc:spChg>
        <pc:spChg chg="mod">
          <ac:chgData name="Tina Korshøj" userId="fc9c1787-86ff-4527-a6cb-a23af2ce0cfe" providerId="ADAL" clId="{12CD37EC-F126-58A4-9D73-FCCAAE6DBE25}" dt="2025-11-11T16:19:39.316" v="303" actId="20577"/>
          <ac:spMkLst>
            <pc:docMk/>
            <pc:sldMk cId="3460949786" sldId="257"/>
            <ac:spMk id="14" creationId="{22F29832-42AF-EC7D-B4AA-BB0D531B4028}"/>
          </ac:spMkLst>
        </pc:spChg>
        <pc:spChg chg="mod">
          <ac:chgData name="Tina Korshøj" userId="fc9c1787-86ff-4527-a6cb-a23af2ce0cfe" providerId="ADAL" clId="{12CD37EC-F126-58A4-9D73-FCCAAE6DBE25}" dt="2025-11-11T16:20:19.058" v="326" actId="20577"/>
          <ac:spMkLst>
            <pc:docMk/>
            <pc:sldMk cId="3460949786" sldId="257"/>
            <ac:spMk id="15" creationId="{F97659F6-19A8-FF67-3CE2-5CAD60B35333}"/>
          </ac:spMkLst>
        </pc:spChg>
        <pc:spChg chg="mod">
          <ac:chgData name="Tina Korshøj" userId="fc9c1787-86ff-4527-a6cb-a23af2ce0cfe" providerId="ADAL" clId="{12CD37EC-F126-58A4-9D73-FCCAAE6DBE25}" dt="2025-11-11T16:21:11.883" v="343" actId="20577"/>
          <ac:spMkLst>
            <pc:docMk/>
            <pc:sldMk cId="3460949786" sldId="257"/>
            <ac:spMk id="16" creationId="{2AB03F15-FFAB-A859-9356-1C2F1D132A9A}"/>
          </ac:spMkLst>
        </pc:spChg>
        <pc:spChg chg="mod">
          <ac:chgData name="Tina Korshøj" userId="fc9c1787-86ff-4527-a6cb-a23af2ce0cfe" providerId="ADAL" clId="{12CD37EC-F126-58A4-9D73-FCCAAE6DBE25}" dt="2025-11-11T16:21:14.601" v="345" actId="20577"/>
          <ac:spMkLst>
            <pc:docMk/>
            <pc:sldMk cId="3460949786" sldId="257"/>
            <ac:spMk id="17" creationId="{64BD4D51-1DA3-9C12-9D63-D784E50E4CA7}"/>
          </ac:spMkLst>
        </pc:spChg>
        <pc:spChg chg="mod">
          <ac:chgData name="Tina Korshøj" userId="fc9c1787-86ff-4527-a6cb-a23af2ce0cfe" providerId="ADAL" clId="{12CD37EC-F126-58A4-9D73-FCCAAE6DBE25}" dt="2025-11-11T16:21:33.879" v="355" actId="20577"/>
          <ac:spMkLst>
            <pc:docMk/>
            <pc:sldMk cId="3460949786" sldId="257"/>
            <ac:spMk id="18" creationId="{F494EF72-1B0C-F96A-A7A0-EFA3BFBE6321}"/>
          </ac:spMkLst>
        </pc:spChg>
        <pc:spChg chg="mod">
          <ac:chgData name="Tina Korshøj" userId="fc9c1787-86ff-4527-a6cb-a23af2ce0cfe" providerId="ADAL" clId="{12CD37EC-F126-58A4-9D73-FCCAAE6DBE25}" dt="2025-11-11T16:18:40.085" v="260" actId="20577"/>
          <ac:spMkLst>
            <pc:docMk/>
            <pc:sldMk cId="3460949786" sldId="257"/>
            <ac:spMk id="19" creationId="{E37C0D46-2F7B-5E5D-80D8-5F4819D988BB}"/>
          </ac:spMkLst>
        </pc:spChg>
        <pc:spChg chg="mod">
          <ac:chgData name="Tina Korshøj" userId="fc9c1787-86ff-4527-a6cb-a23af2ce0cfe" providerId="ADAL" clId="{12CD37EC-F126-58A4-9D73-FCCAAE6DBE25}" dt="2025-11-11T16:21:36.218" v="357" actId="20577"/>
          <ac:spMkLst>
            <pc:docMk/>
            <pc:sldMk cId="3460949786" sldId="257"/>
            <ac:spMk id="20" creationId="{031E1088-8B77-6E99-C6BD-92C2078829EB}"/>
          </ac:spMkLst>
        </pc:spChg>
        <pc:spChg chg="mod">
          <ac:chgData name="Tina Korshøj" userId="fc9c1787-86ff-4527-a6cb-a23af2ce0cfe" providerId="ADAL" clId="{12CD37EC-F126-58A4-9D73-FCCAAE6DBE25}" dt="2025-11-11T16:18:34.236" v="254" actId="20577"/>
          <ac:spMkLst>
            <pc:docMk/>
            <pc:sldMk cId="3460949786" sldId="257"/>
            <ac:spMk id="21" creationId="{8D1A8566-91E6-01F3-08A9-14FEC3FA0D09}"/>
          </ac:spMkLst>
        </pc:spChg>
        <pc:spChg chg="mod">
          <ac:chgData name="Tina Korshøj" userId="fc9c1787-86ff-4527-a6cb-a23af2ce0cfe" providerId="ADAL" clId="{12CD37EC-F126-58A4-9D73-FCCAAE6DBE25}" dt="2025-11-11T16:21:19.835" v="349" actId="20577"/>
          <ac:spMkLst>
            <pc:docMk/>
            <pc:sldMk cId="3460949786" sldId="257"/>
            <ac:spMk id="22" creationId="{1D5052F0-9509-B490-4CAC-96E68460C451}"/>
          </ac:spMkLst>
        </pc:spChg>
        <pc:spChg chg="mod">
          <ac:chgData name="Tina Korshøj" userId="fc9c1787-86ff-4527-a6cb-a23af2ce0cfe" providerId="ADAL" clId="{12CD37EC-F126-58A4-9D73-FCCAAE6DBE25}" dt="2025-11-11T16:21:17.244" v="347" actId="20577"/>
          <ac:spMkLst>
            <pc:docMk/>
            <pc:sldMk cId="3460949786" sldId="257"/>
            <ac:spMk id="23" creationId="{EDEFBE19-E23F-618E-98A2-739358A9D0AD}"/>
          </ac:spMkLst>
        </pc:spChg>
        <pc:spChg chg="mod">
          <ac:chgData name="Tina Korshøj" userId="fc9c1787-86ff-4527-a6cb-a23af2ce0cfe" providerId="ADAL" clId="{12CD37EC-F126-58A4-9D73-FCCAAE6DBE25}" dt="2025-11-11T16:20:23.531" v="327" actId="108"/>
          <ac:spMkLst>
            <pc:docMk/>
            <pc:sldMk cId="3460949786" sldId="257"/>
            <ac:spMk id="24" creationId="{12EE4272-4FBA-8121-A960-0FB1B034787A}"/>
          </ac:spMkLst>
        </pc:spChg>
        <pc:spChg chg="mod">
          <ac:chgData name="Tina Korshøj" userId="fc9c1787-86ff-4527-a6cb-a23af2ce0cfe" providerId="ADAL" clId="{12CD37EC-F126-58A4-9D73-FCCAAE6DBE25}" dt="2025-11-11T16:19:09.291" v="292" actId="12"/>
          <ac:spMkLst>
            <pc:docMk/>
            <pc:sldMk cId="3460949786" sldId="257"/>
            <ac:spMk id="25" creationId="{E434329F-E94C-D969-4294-A821426266BA}"/>
          </ac:spMkLst>
        </pc:spChg>
        <pc:spChg chg="mod">
          <ac:chgData name="Tina Korshøj" userId="fc9c1787-86ff-4527-a6cb-a23af2ce0cfe" providerId="ADAL" clId="{12CD37EC-F126-58A4-9D73-FCCAAE6DBE25}" dt="2025-11-11T16:21:46.093" v="368" actId="20577"/>
          <ac:spMkLst>
            <pc:docMk/>
            <pc:sldMk cId="3460949786" sldId="257"/>
            <ac:spMk id="27" creationId="{9A51DCEB-AF58-CC5D-6EEA-53D890DCACCD}"/>
          </ac:spMkLst>
        </pc:spChg>
        <pc:spChg chg="mod">
          <ac:chgData name="Tina Korshøj" userId="fc9c1787-86ff-4527-a6cb-a23af2ce0cfe" providerId="ADAL" clId="{12CD37EC-F126-58A4-9D73-FCCAAE6DBE25}" dt="2025-11-11T16:25:18.458" v="393" actId="20577"/>
          <ac:spMkLst>
            <pc:docMk/>
            <pc:sldMk cId="3460949786" sldId="257"/>
            <ac:spMk id="28" creationId="{E367D596-D420-BB6A-3A73-7983BC169E89}"/>
          </ac:spMkLst>
        </pc:spChg>
        <pc:spChg chg="mod">
          <ac:chgData name="Tina Korshøj" userId="fc9c1787-86ff-4527-a6cb-a23af2ce0cfe" providerId="ADAL" clId="{12CD37EC-F126-58A4-9D73-FCCAAE6DBE25}" dt="2025-11-11T16:16:52.329" v="161"/>
          <ac:spMkLst>
            <pc:docMk/>
            <pc:sldMk cId="3460949786" sldId="257"/>
            <ac:spMk id="29" creationId="{874E1AB5-B935-8695-377A-D5C416E05376}"/>
          </ac:spMkLst>
        </pc:spChg>
        <pc:spChg chg="mod">
          <ac:chgData name="Tina Korshøj" userId="fc9c1787-86ff-4527-a6cb-a23af2ce0cfe" providerId="ADAL" clId="{12CD37EC-F126-58A4-9D73-FCCAAE6DBE25}" dt="2025-11-11T16:21:50.886" v="369"/>
          <ac:spMkLst>
            <pc:docMk/>
            <pc:sldMk cId="3460949786" sldId="257"/>
            <ac:spMk id="30" creationId="{496D6A1B-DF12-7C80-0108-B1166B9C1D89}"/>
          </ac:spMkLst>
        </pc:spChg>
        <pc:spChg chg="add del">
          <ac:chgData name="Tina Korshøj" userId="fc9c1787-86ff-4527-a6cb-a23af2ce0cfe" providerId="ADAL" clId="{12CD37EC-F126-58A4-9D73-FCCAAE6DBE25}" dt="2025-11-11T16:17:56.882" v="215" actId="22"/>
          <ac:spMkLst>
            <pc:docMk/>
            <pc:sldMk cId="3460949786" sldId="257"/>
            <ac:spMk id="32" creationId="{E5453441-1C68-C2C2-EE56-45E35434D804}"/>
          </ac:spMkLst>
        </pc:spChg>
        <pc:spChg chg="add del mod">
          <ac:chgData name="Tina Korshøj" userId="fc9c1787-86ff-4527-a6cb-a23af2ce0cfe" providerId="ADAL" clId="{12CD37EC-F126-58A4-9D73-FCCAAE6DBE25}" dt="2025-11-11T16:21:56.275" v="371"/>
          <ac:spMkLst>
            <pc:docMk/>
            <pc:sldMk cId="3460949786" sldId="257"/>
            <ac:spMk id="33" creationId="{887A6E98-C594-4E08-941A-1C284AE23C6F}"/>
          </ac:spMkLst>
        </pc:spChg>
      </pc:sldChg>
      <pc:sldChg chg="modSp new del mod">
        <pc:chgData name="Tina Korshøj" userId="fc9c1787-86ff-4527-a6cb-a23af2ce0cfe" providerId="ADAL" clId="{12CD37EC-F126-58A4-9D73-FCCAAE6DBE25}" dt="2025-11-11T14:06:24.828" v="104" actId="2696"/>
        <pc:sldMkLst>
          <pc:docMk/>
          <pc:sldMk cId="3496048736" sldId="257"/>
        </pc:sldMkLst>
        <pc:spChg chg="mod">
          <ac:chgData name="Tina Korshøj" userId="fc9c1787-86ff-4527-a6cb-a23af2ce0cfe" providerId="ADAL" clId="{12CD37EC-F126-58A4-9D73-FCCAAE6DBE25}" dt="2025-11-11T13:50:41.387" v="23" actId="27636"/>
          <ac:spMkLst>
            <pc:docMk/>
            <pc:sldMk cId="3496048736" sldId="257"/>
            <ac:spMk id="2" creationId="{38E8E2E1-F1B6-7D1A-6B4E-B3CEF36FB476}"/>
          </ac:spMkLst>
        </pc:spChg>
      </pc:sldChg>
      <pc:sldChg chg="addSp delSp modSp new del mod modClrScheme chgLayout">
        <pc:chgData name="Tina Korshøj" userId="fc9c1787-86ff-4527-a6cb-a23af2ce0cfe" providerId="ADAL" clId="{12CD37EC-F126-58A4-9D73-FCCAAE6DBE25}" dt="2025-11-11T16:23:52.755" v="376" actId="2696"/>
        <pc:sldMkLst>
          <pc:docMk/>
          <pc:sldMk cId="683842756" sldId="258"/>
        </pc:sldMkLst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2" creationId="{6A6CE565-8379-E3BD-F784-3489351E1B19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3" creationId="{BE532C81-5CD5-D8E9-59E2-937CC45F03D4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4" creationId="{7CDFEC00-24E0-6BA5-85D6-31813E6FBEC0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5" creationId="{3EA35AC0-AE48-EA1F-A6BB-DFF670A284A6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7" creationId="{455A1F6A-94EA-85E7-C174-104AD1C7A8B2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12" creationId="{4F452A4A-FCEB-D283-82E0-A6E3C6FF55C7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16" creationId="{8204EE34-5A2F-C1A4-FF80-FEF6657140B5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17" creationId="{03F288C9-6C8D-7D3E-1BF6-F8931B784E72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22" creationId="{F67D3A2F-CA83-02D5-CF9C-13B216F38CDF}"/>
          </ac:spMkLst>
        </pc:spChg>
        <pc:spChg chg="del">
          <ac:chgData name="Tina Korshøj" userId="fc9c1787-86ff-4527-a6cb-a23af2ce0cfe" providerId="ADAL" clId="{12CD37EC-F126-58A4-9D73-FCCAAE6DBE25}" dt="2025-11-11T16:15:15.949" v="122" actId="700"/>
          <ac:spMkLst>
            <pc:docMk/>
            <pc:sldMk cId="683842756" sldId="258"/>
            <ac:spMk id="30" creationId="{EF0F9709-E097-B2D6-F976-153B0A3BC01C}"/>
          </ac:spMkLst>
        </pc:spChg>
        <pc:spChg chg="mod">
          <ac:chgData name="Tina Korshøj" userId="fc9c1787-86ff-4527-a6cb-a23af2ce0cfe" providerId="ADAL" clId="{12CD37EC-F126-58A4-9D73-FCCAAE6DBE25}" dt="2025-11-11T16:21:59.894" v="372"/>
          <ac:spMkLst>
            <pc:docMk/>
            <pc:sldMk cId="683842756" sldId="258"/>
            <ac:spMk id="31" creationId="{4650C3AC-5AE5-9C23-32D1-80D6FE99F3DF}"/>
          </ac:spMkLst>
        </pc:spChg>
      </pc:sldChg>
      <pc:sldChg chg="modSp del mod">
        <pc:chgData name="Tina Korshøj" userId="fc9c1787-86ff-4527-a6cb-a23af2ce0cfe" providerId="ADAL" clId="{12CD37EC-F126-58A4-9D73-FCCAAE6DBE25}" dt="2025-11-11T09:26:06.297" v="5" actId="2696"/>
        <pc:sldMkLst>
          <pc:docMk/>
          <pc:sldMk cId="1408441511" sldId="258"/>
        </pc:sldMkLst>
        <pc:spChg chg="mod">
          <ac:chgData name="Tina Korshøj" userId="fc9c1787-86ff-4527-a6cb-a23af2ce0cfe" providerId="ADAL" clId="{12CD37EC-F126-58A4-9D73-FCCAAE6DBE25}" dt="2025-11-11T09:25:56.040" v="2" actId="27636"/>
          <ac:spMkLst>
            <pc:docMk/>
            <pc:sldMk cId="1408441511" sldId="258"/>
            <ac:spMk id="2" creationId="{C0A29855-7199-CA47-CEFF-B6A4A40054E5}"/>
          </ac:spMkLst>
        </pc:spChg>
      </pc:sldChg>
      <pc:sldChg chg="modSp new del mod ord">
        <pc:chgData name="Tina Korshøj" userId="fc9c1787-86ff-4527-a6cb-a23af2ce0cfe" providerId="ADAL" clId="{12CD37EC-F126-58A4-9D73-FCCAAE6DBE25}" dt="2025-11-11T14:06:24.832" v="105" actId="2696"/>
        <pc:sldMkLst>
          <pc:docMk/>
          <pc:sldMk cId="2702963079" sldId="258"/>
        </pc:sldMkLst>
        <pc:spChg chg="mod">
          <ac:chgData name="Tina Korshøj" userId="fc9c1787-86ff-4527-a6cb-a23af2ce0cfe" providerId="ADAL" clId="{12CD37EC-F126-58A4-9D73-FCCAAE6DBE25}" dt="2025-11-11T13:50:41.374" v="22" actId="27636"/>
          <ac:spMkLst>
            <pc:docMk/>
            <pc:sldMk cId="2702963079" sldId="258"/>
            <ac:spMk id="28" creationId="{5DED0F39-DA4C-10E5-3371-FA61C9C81CD5}"/>
          </ac:spMkLst>
        </pc:spChg>
      </pc:sldChg>
      <pc:sldChg chg="modSp new del mod">
        <pc:chgData name="Tina Korshøj" userId="fc9c1787-86ff-4527-a6cb-a23af2ce0cfe" providerId="ADAL" clId="{12CD37EC-F126-58A4-9D73-FCCAAE6DBE25}" dt="2025-11-11T17:04:28.108" v="395" actId="2696"/>
        <pc:sldMkLst>
          <pc:docMk/>
          <pc:sldMk cId="4123982136" sldId="259"/>
        </pc:sldMkLst>
        <pc:spChg chg="mod">
          <ac:chgData name="Tina Korshøj" userId="fc9c1787-86ff-4527-a6cb-a23af2ce0cfe" providerId="ADAL" clId="{12CD37EC-F126-58A4-9D73-FCCAAE6DBE25}" dt="2025-11-11T16:24:04.147" v="392" actId="20577"/>
          <ac:spMkLst>
            <pc:docMk/>
            <pc:sldMk cId="4123982136" sldId="259"/>
            <ac:spMk id="2" creationId="{3D889CAD-BBFC-341D-E04B-19EA416EAA7C}"/>
          </ac:spMkLst>
        </pc:spChg>
        <pc:spChg chg="mod">
          <ac:chgData name="Tina Korshøj" userId="fc9c1787-86ff-4527-a6cb-a23af2ce0cfe" providerId="ADAL" clId="{12CD37EC-F126-58A4-9D73-FCCAAE6DBE25}" dt="2025-11-11T16:23:58.427" v="378"/>
          <ac:spMkLst>
            <pc:docMk/>
            <pc:sldMk cId="4123982136" sldId="259"/>
            <ac:spMk id="3" creationId="{B8399E4A-273D-B3CD-489F-A28E729526EC}"/>
          </ac:spMkLst>
        </pc:spChg>
      </pc:sldChg>
      <pc:sldChg chg="modSp add del mod">
        <pc:chgData name="Tina Korshøj" userId="fc9c1787-86ff-4527-a6cb-a23af2ce0cfe" providerId="ADAL" clId="{12CD37EC-F126-58A4-9D73-FCCAAE6DBE25}" dt="2025-11-11T14:02:19.402" v="59" actId="2696"/>
        <pc:sldMkLst>
          <pc:docMk/>
          <pc:sldMk cId="4063795804" sldId="2981"/>
        </pc:sldMkLst>
        <pc:spChg chg="mod">
          <ac:chgData name="Tina Korshøj" userId="fc9c1787-86ff-4527-a6cb-a23af2ce0cfe" providerId="ADAL" clId="{12CD37EC-F126-58A4-9D73-FCCAAE6DBE25}" dt="2025-11-11T13:50:41.393" v="25" actId="27636"/>
          <ac:spMkLst>
            <pc:docMk/>
            <pc:sldMk cId="4063795804" sldId="2981"/>
            <ac:spMk id="843" creationId="{9EAD78C1-B90E-5ADA-926A-90964D034F98}"/>
          </ac:spMkLst>
        </pc:spChg>
        <pc:spChg chg="mod">
          <ac:chgData name="Tina Korshøj" userId="fc9c1787-86ff-4527-a6cb-a23af2ce0cfe" providerId="ADAL" clId="{12CD37EC-F126-58A4-9D73-FCCAAE6DBE25}" dt="2025-11-11T13:50:41.392" v="24" actId="27636"/>
          <ac:spMkLst>
            <pc:docMk/>
            <pc:sldMk cId="4063795804" sldId="2981"/>
            <ac:spMk id="844" creationId="{835E21EB-F358-A13F-5A24-D0131E6844FD}"/>
          </ac:spMkLst>
        </pc:spChg>
      </pc:sldChg>
      <pc:sldChg chg="add del">
        <pc:chgData name="Tina Korshøj" userId="fc9c1787-86ff-4527-a6cb-a23af2ce0cfe" providerId="ADAL" clId="{12CD37EC-F126-58A4-9D73-FCCAAE6DBE25}" dt="2025-11-11T14:02:19.390" v="57" actId="2696"/>
        <pc:sldMkLst>
          <pc:docMk/>
          <pc:sldMk cId="1911992934" sldId="2982"/>
        </pc:sldMkLst>
      </pc:sldChg>
      <pc:sldChg chg="modSp add del mod">
        <pc:chgData name="Tina Korshøj" userId="fc9c1787-86ff-4527-a6cb-a23af2ce0cfe" providerId="ADAL" clId="{12CD37EC-F126-58A4-9D73-FCCAAE6DBE25}" dt="2025-11-11T14:02:19.400" v="58" actId="2696"/>
        <pc:sldMkLst>
          <pc:docMk/>
          <pc:sldMk cId="1790830389" sldId="2983"/>
        </pc:sldMkLst>
        <pc:spChg chg="mod">
          <ac:chgData name="Tina Korshøj" userId="fc9c1787-86ff-4527-a6cb-a23af2ce0cfe" providerId="ADAL" clId="{12CD37EC-F126-58A4-9D73-FCCAAE6DBE25}" dt="2025-11-11T13:50:41.332" v="21" actId="27636"/>
          <ac:spMkLst>
            <pc:docMk/>
            <pc:sldMk cId="1790830389" sldId="2983"/>
            <ac:spMk id="843" creationId="{19D759D3-BF26-AF9B-6196-F387FAC67F85}"/>
          </ac:spMkLst>
        </pc:spChg>
        <pc:spChg chg="mod">
          <ac:chgData name="Tina Korshøj" userId="fc9c1787-86ff-4527-a6cb-a23af2ce0cfe" providerId="ADAL" clId="{12CD37EC-F126-58A4-9D73-FCCAAE6DBE25}" dt="2025-11-11T13:50:41.331" v="20" actId="27636"/>
          <ac:spMkLst>
            <pc:docMk/>
            <pc:sldMk cId="1790830389" sldId="2983"/>
            <ac:spMk id="844" creationId="{39EE3FCF-7AA6-FFCF-120D-90B863BF3471}"/>
          </ac:spMkLst>
        </pc:spChg>
      </pc:sldChg>
      <pc:sldMasterChg chg="modSp modSldLayout">
        <pc:chgData name="Tina Korshøj" userId="fc9c1787-86ff-4527-a6cb-a23af2ce0cfe" providerId="ADAL" clId="{12CD37EC-F126-58A4-9D73-FCCAAE6DBE25}" dt="2025-11-11T16:23:36.836" v="374" actId="962"/>
        <pc:sldMasterMkLst>
          <pc:docMk/>
          <pc:sldMasterMk cId="3365805559" sldId="2147483648"/>
        </pc:sldMasterMkLst>
        <pc:spChg chg="mod">
          <ac:chgData name="Tina Korshøj" userId="fc9c1787-86ff-4527-a6cb-a23af2ce0cfe" providerId="ADAL" clId="{12CD37EC-F126-58A4-9D73-FCCAAE6DBE25}" dt="2025-11-11T09:25:55.935" v="0" actId="2711"/>
          <ac:spMkLst>
            <pc:docMk/>
            <pc:sldMasterMk cId="3365805559" sldId="2147483648"/>
            <ac:spMk id="2" creationId="{61404ACB-9722-BA49-981A-AD7F5F93F95A}"/>
          </ac:spMkLst>
        </pc:spChg>
        <pc:spChg chg="mod">
          <ac:chgData name="Tina Korshøj" userId="fc9c1787-86ff-4527-a6cb-a23af2ce0cfe" providerId="ADAL" clId="{12CD37EC-F126-58A4-9D73-FCCAAE6DBE25}" dt="2025-11-11T09:25:55.935" v="0" actId="2711"/>
          <ac:spMkLst>
            <pc:docMk/>
            <pc:sldMasterMk cId="3365805559" sldId="2147483648"/>
            <ac:spMk id="3" creationId="{50FE6205-5ADA-EB81-4009-11B6ECBF0F0C}"/>
          </ac:spMkLst>
        </pc:spChg>
        <pc:sldLayoutChg chg="modSp mod">
          <pc:chgData name="Tina Korshøj" userId="fc9c1787-86ff-4527-a6cb-a23af2ce0cfe" providerId="ADAL" clId="{12CD37EC-F126-58A4-9D73-FCCAAE6DBE25}" dt="2025-11-11T16:10:43.166" v="119" actId="13244"/>
          <pc:sldLayoutMkLst>
            <pc:docMk/>
            <pc:sldMasterMk cId="3365805559" sldId="2147483648"/>
            <pc:sldLayoutMk cId="733244762" sldId="2147483655"/>
          </pc:sldLayoutMkLst>
          <pc:spChg chg="mod">
            <ac:chgData name="Tina Korshøj" userId="fc9c1787-86ff-4527-a6cb-a23af2ce0cfe" providerId="ADAL" clId="{12CD37EC-F126-58A4-9D73-FCCAAE6DBE25}" dt="2025-11-11T14:06:03.015" v="101" actId="962"/>
            <ac:spMkLst>
              <pc:docMk/>
              <pc:sldMasterMk cId="3365805559" sldId="2147483648"/>
              <pc:sldLayoutMk cId="733244762" sldId="2147483655"/>
              <ac:spMk id="8" creationId="{D7739F1F-1375-A7AC-4978-60208A803DE4}"/>
            </ac:spMkLst>
          </pc:spChg>
          <pc:spChg chg="mod">
            <ac:chgData name="Tina Korshøj" userId="fc9c1787-86ff-4527-a6cb-a23af2ce0cfe" providerId="ADAL" clId="{12CD37EC-F126-58A4-9D73-FCCAAE6DBE25}" dt="2025-11-11T14:05:58.802" v="100" actId="962"/>
            <ac:spMkLst>
              <pc:docMk/>
              <pc:sldMasterMk cId="3365805559" sldId="2147483648"/>
              <pc:sldLayoutMk cId="733244762" sldId="2147483655"/>
              <ac:spMk id="9" creationId="{5ED1B38D-9F3C-7B17-3B9C-AD3E3BE01044}"/>
            </ac:spMkLst>
          </pc:spChg>
          <pc:spChg chg="mod">
            <ac:chgData name="Tina Korshøj" userId="fc9c1787-86ff-4527-a6cb-a23af2ce0cfe" providerId="ADAL" clId="{12CD37EC-F126-58A4-9D73-FCCAAE6DBE25}" dt="2025-11-11T14:05:55.879" v="99" actId="962"/>
            <ac:spMkLst>
              <pc:docMk/>
              <pc:sldMasterMk cId="3365805559" sldId="2147483648"/>
              <pc:sldLayoutMk cId="733244762" sldId="2147483655"/>
              <ac:spMk id="10" creationId="{6DEC5D53-A46F-D1AE-1190-F598AC7B6207}"/>
            </ac:spMkLst>
          </pc:spChg>
          <pc:spChg chg="mod">
            <ac:chgData name="Tina Korshøj" userId="fc9c1787-86ff-4527-a6cb-a23af2ce0cfe" providerId="ADAL" clId="{12CD37EC-F126-58A4-9D73-FCCAAE6DBE25}" dt="2025-11-11T14:05:52.904" v="98" actId="962"/>
            <ac:spMkLst>
              <pc:docMk/>
              <pc:sldMasterMk cId="3365805559" sldId="2147483648"/>
              <pc:sldLayoutMk cId="733244762" sldId="2147483655"/>
              <ac:spMk id="11" creationId="{3FBDFC4B-298D-5A91-8E0C-FE2119BAD63B}"/>
            </ac:spMkLst>
          </pc:spChg>
          <pc:spChg chg="mod ord">
            <ac:chgData name="Tina Korshøj" userId="fc9c1787-86ff-4527-a6cb-a23af2ce0cfe" providerId="ADAL" clId="{12CD37EC-F126-58A4-9D73-FCCAAE6DBE25}" dt="2025-11-11T16:09:29.923" v="107" actId="13244"/>
            <ac:spMkLst>
              <pc:docMk/>
              <pc:sldMasterMk cId="3365805559" sldId="2147483648"/>
              <pc:sldLayoutMk cId="733244762" sldId="2147483655"/>
              <ac:spMk id="12" creationId="{A1C6BF1B-99D8-B50E-57EF-A8C6FBF6C318}"/>
            </ac:spMkLst>
          </pc:spChg>
          <pc:spChg chg="mod">
            <ac:chgData name="Tina Korshøj" userId="fc9c1787-86ff-4527-a6cb-a23af2ce0cfe" providerId="ADAL" clId="{12CD37EC-F126-58A4-9D73-FCCAAE6DBE25}" dt="2025-11-11T14:05:38.520" v="96" actId="962"/>
            <ac:spMkLst>
              <pc:docMk/>
              <pc:sldMasterMk cId="3365805559" sldId="2147483648"/>
              <pc:sldLayoutMk cId="733244762" sldId="2147483655"/>
              <ac:spMk id="14" creationId="{C4ECFDCB-145C-72F9-7D30-3A3A59003D01}"/>
            </ac:spMkLst>
          </pc:spChg>
          <pc:spChg chg="mod">
            <ac:chgData name="Tina Korshøj" userId="fc9c1787-86ff-4527-a6cb-a23af2ce0cfe" providerId="ADAL" clId="{12CD37EC-F126-58A4-9D73-FCCAAE6DBE25}" dt="2025-11-11T14:05:31.824" v="95" actId="962"/>
            <ac:spMkLst>
              <pc:docMk/>
              <pc:sldMasterMk cId="3365805559" sldId="2147483648"/>
              <pc:sldLayoutMk cId="733244762" sldId="2147483655"/>
              <ac:spMk id="15" creationId="{EBC6AACF-33A3-970F-5C1D-A6B61754078E}"/>
            </ac:spMkLst>
          </pc:spChg>
          <pc:spChg chg="mod">
            <ac:chgData name="Tina Korshøj" userId="fc9c1787-86ff-4527-a6cb-a23af2ce0cfe" providerId="ADAL" clId="{12CD37EC-F126-58A4-9D73-FCCAAE6DBE25}" dt="2025-11-11T14:05:28.868" v="94" actId="962"/>
            <ac:spMkLst>
              <pc:docMk/>
              <pc:sldMasterMk cId="3365805559" sldId="2147483648"/>
              <pc:sldLayoutMk cId="733244762" sldId="2147483655"/>
              <ac:spMk id="16" creationId="{9B4B450A-4416-295B-C574-97AF4B1E5033}"/>
            </ac:spMkLst>
          </pc:spChg>
          <pc:spChg chg="mod">
            <ac:chgData name="Tina Korshøj" userId="fc9c1787-86ff-4527-a6cb-a23af2ce0cfe" providerId="ADAL" clId="{12CD37EC-F126-58A4-9D73-FCCAAE6DBE25}" dt="2025-11-11T14:05:22.874" v="93" actId="962"/>
            <ac:spMkLst>
              <pc:docMk/>
              <pc:sldMasterMk cId="3365805559" sldId="2147483648"/>
              <pc:sldLayoutMk cId="733244762" sldId="2147483655"/>
              <ac:spMk id="17" creationId="{39516A90-0B52-4208-352A-FB236F77D68A}"/>
            </ac:spMkLst>
          </pc:spChg>
          <pc:spChg chg="mod ord">
            <ac:chgData name="Tina Korshøj" userId="fc9c1787-86ff-4527-a6cb-a23af2ce0cfe" providerId="ADAL" clId="{12CD37EC-F126-58A4-9D73-FCCAAE6DBE25}" dt="2025-11-11T16:10:35.287" v="117" actId="13244"/>
            <ac:spMkLst>
              <pc:docMk/>
              <pc:sldMasterMk cId="3365805559" sldId="2147483648"/>
              <pc:sldLayoutMk cId="733244762" sldId="2147483655"/>
              <ac:spMk id="18" creationId="{EA746E77-735E-B6A4-6378-CCABBC56BDE2}"/>
            </ac:spMkLst>
          </pc:spChg>
          <pc:spChg chg="mod ord">
            <ac:chgData name="Tina Korshøj" userId="fc9c1787-86ff-4527-a6cb-a23af2ce0cfe" providerId="ADAL" clId="{12CD37EC-F126-58A4-9D73-FCCAAE6DBE25}" dt="2025-11-11T16:10:24.237" v="115" actId="13244"/>
            <ac:spMkLst>
              <pc:docMk/>
              <pc:sldMasterMk cId="3365805559" sldId="2147483648"/>
              <pc:sldLayoutMk cId="733244762" sldId="2147483655"/>
              <ac:spMk id="19" creationId="{D6464BA6-28B1-506D-68A5-302CA1321183}"/>
            </ac:spMkLst>
          </pc:spChg>
          <pc:spChg chg="mod ord">
            <ac:chgData name="Tina Korshøj" userId="fc9c1787-86ff-4527-a6cb-a23af2ce0cfe" providerId="ADAL" clId="{12CD37EC-F126-58A4-9D73-FCCAAE6DBE25}" dt="2025-11-11T16:10:09.741" v="113" actId="13244"/>
            <ac:spMkLst>
              <pc:docMk/>
              <pc:sldMasterMk cId="3365805559" sldId="2147483648"/>
              <pc:sldLayoutMk cId="733244762" sldId="2147483655"/>
              <ac:spMk id="20" creationId="{CD424CCA-A51D-E67D-5BB3-EDE762A0FCA5}"/>
            </ac:spMkLst>
          </pc:spChg>
          <pc:spChg chg="mod">
            <ac:chgData name="Tina Korshøj" userId="fc9c1787-86ff-4527-a6cb-a23af2ce0cfe" providerId="ADAL" clId="{12CD37EC-F126-58A4-9D73-FCCAAE6DBE25}" dt="2025-11-11T14:05:05.637" v="89" actId="962"/>
            <ac:spMkLst>
              <pc:docMk/>
              <pc:sldMasterMk cId="3365805559" sldId="2147483648"/>
              <pc:sldLayoutMk cId="733244762" sldId="2147483655"/>
              <ac:spMk id="21" creationId="{57341C95-B6DC-73BE-DF59-FC98EEE3128A}"/>
            </ac:spMkLst>
          </pc:spChg>
          <pc:spChg chg="mod ord">
            <ac:chgData name="Tina Korshøj" userId="fc9c1787-86ff-4527-a6cb-a23af2ce0cfe" providerId="ADAL" clId="{12CD37EC-F126-58A4-9D73-FCCAAE6DBE25}" dt="2025-11-11T16:10:00.883" v="111" actId="13244"/>
            <ac:spMkLst>
              <pc:docMk/>
              <pc:sldMasterMk cId="3365805559" sldId="2147483648"/>
              <pc:sldLayoutMk cId="733244762" sldId="2147483655"/>
              <ac:spMk id="27" creationId="{1161B3CD-F71F-F3ED-55EB-ED991412CD0D}"/>
            </ac:spMkLst>
          </pc:spChg>
          <pc:spChg chg="mod">
            <ac:chgData name="Tina Korshøj" userId="fc9c1787-86ff-4527-a6cb-a23af2ce0cfe" providerId="ADAL" clId="{12CD37EC-F126-58A4-9D73-FCCAAE6DBE25}" dt="2025-11-11T14:04:50.713" v="87" actId="962"/>
            <ac:spMkLst>
              <pc:docMk/>
              <pc:sldMasterMk cId="3365805559" sldId="2147483648"/>
              <pc:sldLayoutMk cId="733244762" sldId="2147483655"/>
              <ac:spMk id="28" creationId="{CB7565EE-3FFC-C5D3-D3FC-36BAA210EABA}"/>
            </ac:spMkLst>
          </pc:spChg>
          <pc:spChg chg="mod">
            <ac:chgData name="Tina Korshøj" userId="fc9c1787-86ff-4527-a6cb-a23af2ce0cfe" providerId="ADAL" clId="{12CD37EC-F126-58A4-9D73-FCCAAE6DBE25}" dt="2025-11-11T14:04:45.465" v="86" actId="962"/>
            <ac:spMkLst>
              <pc:docMk/>
              <pc:sldMasterMk cId="3365805559" sldId="2147483648"/>
              <pc:sldLayoutMk cId="733244762" sldId="2147483655"/>
              <ac:spMk id="29" creationId="{E982C4E3-7800-F391-55D4-8814046C2DF3}"/>
            </ac:spMkLst>
          </pc:spChg>
          <pc:spChg chg="mod ord">
            <ac:chgData name="Tina Korshøj" userId="fc9c1787-86ff-4527-a6cb-a23af2ce0cfe" providerId="ADAL" clId="{12CD37EC-F126-58A4-9D73-FCCAAE6DBE25}" dt="2025-11-11T14:04:04.741" v="78" actId="962"/>
            <ac:spMkLst>
              <pc:docMk/>
              <pc:sldMasterMk cId="3365805559" sldId="2147483648"/>
              <pc:sldLayoutMk cId="733244762" sldId="2147483655"/>
              <ac:spMk id="30" creationId="{16B8FD2B-9445-BD8C-9A84-C2528646A624}"/>
            </ac:spMkLst>
          </pc:spChg>
          <pc:spChg chg="mod">
            <ac:chgData name="Tina Korshøj" userId="fc9c1787-86ff-4527-a6cb-a23af2ce0cfe" providerId="ADAL" clId="{12CD37EC-F126-58A4-9D73-FCCAAE6DBE25}" dt="2025-11-11T14:04:41.419" v="85" actId="962"/>
            <ac:spMkLst>
              <pc:docMk/>
              <pc:sldMasterMk cId="3365805559" sldId="2147483648"/>
              <pc:sldLayoutMk cId="733244762" sldId="2147483655"/>
              <ac:spMk id="31" creationId="{329C47DA-9B37-F483-8F7F-B7E9910442B7}"/>
            </ac:spMkLst>
          </pc:spChg>
          <pc:spChg chg="mod">
            <ac:chgData name="Tina Korshøj" userId="fc9c1787-86ff-4527-a6cb-a23af2ce0cfe" providerId="ADAL" clId="{12CD37EC-F126-58A4-9D73-FCCAAE6DBE25}" dt="2025-11-11T14:04:32.608" v="84" actId="962"/>
            <ac:spMkLst>
              <pc:docMk/>
              <pc:sldMasterMk cId="3365805559" sldId="2147483648"/>
              <pc:sldLayoutMk cId="733244762" sldId="2147483655"/>
              <ac:spMk id="32" creationId="{6FBC0EDC-9654-834F-D05D-3FB8D9D70883}"/>
            </ac:spMkLst>
          </pc:spChg>
          <pc:spChg chg="mod ord">
            <ac:chgData name="Tina Korshøj" userId="fc9c1787-86ff-4527-a6cb-a23af2ce0cfe" providerId="ADAL" clId="{12CD37EC-F126-58A4-9D73-FCCAAE6DBE25}" dt="2025-11-11T16:10:43.166" v="119" actId="13244"/>
            <ac:spMkLst>
              <pc:docMk/>
              <pc:sldMasterMk cId="3365805559" sldId="2147483648"/>
              <pc:sldLayoutMk cId="733244762" sldId="2147483655"/>
              <ac:spMk id="33" creationId="{055C292D-E0F5-D28C-3C64-4170CB7A5579}"/>
            </ac:spMkLst>
          </pc:spChg>
          <pc:spChg chg="mod ord">
            <ac:chgData name="Tina Korshøj" userId="fc9c1787-86ff-4527-a6cb-a23af2ce0cfe" providerId="ADAL" clId="{12CD37EC-F126-58A4-9D73-FCCAAE6DBE25}" dt="2025-11-11T16:10:41.121" v="118" actId="13244"/>
            <ac:spMkLst>
              <pc:docMk/>
              <pc:sldMasterMk cId="3365805559" sldId="2147483648"/>
              <pc:sldLayoutMk cId="733244762" sldId="2147483655"/>
              <ac:spMk id="34" creationId="{C04E6777-B7D6-2B95-861E-19DCFEA9880B}"/>
            </ac:spMkLst>
          </pc:spChg>
          <pc:spChg chg="mod ord">
            <ac:chgData name="Tina Korshøj" userId="fc9c1787-86ff-4527-a6cb-a23af2ce0cfe" providerId="ADAL" clId="{12CD37EC-F126-58A4-9D73-FCCAAE6DBE25}" dt="2025-11-11T16:10:35.287" v="117" actId="13244"/>
            <ac:spMkLst>
              <pc:docMk/>
              <pc:sldMasterMk cId="3365805559" sldId="2147483648"/>
              <pc:sldLayoutMk cId="733244762" sldId="2147483655"/>
              <ac:spMk id="35" creationId="{ADFFADB8-A281-71C0-EB97-79D1B6ACF8E3}"/>
            </ac:spMkLst>
          </pc:spChg>
          <pc:spChg chg="mod">
            <ac:chgData name="Tina Korshøj" userId="fc9c1787-86ff-4527-a6cb-a23af2ce0cfe" providerId="ADAL" clId="{12CD37EC-F126-58A4-9D73-FCCAAE6DBE25}" dt="2025-11-11T14:04:13.530" v="80" actId="962"/>
            <ac:spMkLst>
              <pc:docMk/>
              <pc:sldMasterMk cId="3365805559" sldId="2147483648"/>
              <pc:sldLayoutMk cId="733244762" sldId="2147483655"/>
              <ac:spMk id="36" creationId="{5DF4A071-F123-AB63-F039-E933134E6768}"/>
            </ac:spMkLst>
          </pc:spChg>
          <pc:spChg chg="mod ord">
            <ac:chgData name="Tina Korshøj" userId="fc9c1787-86ff-4527-a6cb-a23af2ce0cfe" providerId="ADAL" clId="{12CD37EC-F126-58A4-9D73-FCCAAE6DBE25}" dt="2025-11-11T16:10:18.275" v="114" actId="13244"/>
            <ac:spMkLst>
              <pc:docMk/>
              <pc:sldMasterMk cId="3365805559" sldId="2147483648"/>
              <pc:sldLayoutMk cId="733244762" sldId="2147483655"/>
              <ac:spMk id="37" creationId="{BB6D6269-0299-2CA2-3C7A-E6DAE149670F}"/>
            </ac:spMkLst>
          </pc:spChg>
          <pc:spChg chg="mod ord">
            <ac:chgData name="Tina Korshøj" userId="fc9c1787-86ff-4527-a6cb-a23af2ce0cfe" providerId="ADAL" clId="{12CD37EC-F126-58A4-9D73-FCCAAE6DBE25}" dt="2025-11-11T16:10:06.805" v="112" actId="13244"/>
            <ac:spMkLst>
              <pc:docMk/>
              <pc:sldMasterMk cId="3365805559" sldId="2147483648"/>
              <pc:sldLayoutMk cId="733244762" sldId="2147483655"/>
              <ac:spMk id="38" creationId="{8E456BDB-A817-FCE7-764E-52D716AEF7BB}"/>
            </ac:spMkLst>
          </pc:spChg>
          <pc:spChg chg="mod ord">
            <ac:chgData name="Tina Korshøj" userId="fc9c1787-86ff-4527-a6cb-a23af2ce0cfe" providerId="ADAL" clId="{12CD37EC-F126-58A4-9D73-FCCAAE6DBE25}" dt="2025-11-11T16:09:48.117" v="110" actId="13244"/>
            <ac:spMkLst>
              <pc:docMk/>
              <pc:sldMasterMk cId="3365805559" sldId="2147483648"/>
              <pc:sldLayoutMk cId="733244762" sldId="2147483655"/>
              <ac:spMk id="39" creationId="{EF989D20-5B89-63D2-FB9B-A5D763788789}"/>
            </ac:spMkLst>
          </pc:spChg>
          <pc:spChg chg="mod ord">
            <ac:chgData name="Tina Korshøj" userId="fc9c1787-86ff-4527-a6cb-a23af2ce0cfe" providerId="ADAL" clId="{12CD37EC-F126-58A4-9D73-FCCAAE6DBE25}" dt="2025-11-11T16:09:36.050" v="108" actId="13244"/>
            <ac:spMkLst>
              <pc:docMk/>
              <pc:sldMasterMk cId="3365805559" sldId="2147483648"/>
              <pc:sldLayoutMk cId="733244762" sldId="2147483655"/>
              <ac:spMk id="40" creationId="{102DCF00-DE1F-44E8-289A-7E1EF2EAFE28}"/>
            </ac:spMkLst>
          </pc:spChg>
          <pc:spChg chg="mod">
            <ac:chgData name="Tina Korshøj" userId="fc9c1787-86ff-4527-a6cb-a23af2ce0cfe" providerId="ADAL" clId="{12CD37EC-F126-58A4-9D73-FCCAAE6DBE25}" dt="2025-11-11T14:01:41.715" v="54" actId="962"/>
            <ac:spMkLst>
              <pc:docMk/>
              <pc:sldMasterMk cId="3365805559" sldId="2147483648"/>
              <pc:sldLayoutMk cId="733244762" sldId="2147483655"/>
              <ac:spMk id="41" creationId="{2205041E-506C-F9EC-0018-3B8F850FB9A4}"/>
            </ac:spMkLst>
          </pc:spChg>
          <pc:spChg chg="ord">
            <ac:chgData name="Tina Korshøj" userId="fc9c1787-86ff-4527-a6cb-a23af2ce0cfe" providerId="ADAL" clId="{12CD37EC-F126-58A4-9D73-FCCAAE6DBE25}" dt="2025-11-11T16:09:42.161" v="109" actId="13244"/>
            <ac:spMkLst>
              <pc:docMk/>
              <pc:sldMasterMk cId="3365805559" sldId="2147483648"/>
              <pc:sldLayoutMk cId="733244762" sldId="2147483655"/>
              <ac:spMk id="44" creationId="{C0CF9D10-A2AA-5DF2-D8AD-44A8CEABA6FA}"/>
            </ac:spMkLst>
          </pc:spChg>
        </pc:sldLayoutChg>
        <pc:sldLayoutChg chg="modSp">
          <pc:chgData name="Tina Korshøj" userId="fc9c1787-86ff-4527-a6cb-a23af2ce0cfe" providerId="ADAL" clId="{12CD37EC-F126-58A4-9D73-FCCAAE6DBE25}" dt="2025-11-11T14:01:05.892" v="53" actId="962"/>
          <pc:sldLayoutMkLst>
            <pc:docMk/>
            <pc:sldMasterMk cId="3365805559" sldId="2147483648"/>
            <pc:sldLayoutMk cId="4044110134" sldId="2147483656"/>
          </pc:sldLayoutMkLst>
          <pc:spChg chg="mod">
            <ac:chgData name="Tina Korshøj" userId="fc9c1787-86ff-4527-a6cb-a23af2ce0cfe" providerId="ADAL" clId="{12CD37EC-F126-58A4-9D73-FCCAAE6DBE25}" dt="2025-11-11T13:59:32.781" v="47" actId="962"/>
            <ac:spMkLst>
              <pc:docMk/>
              <pc:sldMasterMk cId="3365805559" sldId="2147483648"/>
              <pc:sldLayoutMk cId="4044110134" sldId="2147483656"/>
              <ac:spMk id="2" creationId="{CE86F331-E2F9-D7F6-E722-A1EEEB63ACC6}"/>
            </ac:spMkLst>
          </pc:spChg>
          <pc:spChg chg="mod">
            <ac:chgData name="Tina Korshøj" userId="fc9c1787-86ff-4527-a6cb-a23af2ce0cfe" providerId="ADAL" clId="{12CD37EC-F126-58A4-9D73-FCCAAE6DBE25}" dt="2025-11-11T13:59:36.139" v="48" actId="962"/>
            <ac:spMkLst>
              <pc:docMk/>
              <pc:sldMasterMk cId="3365805559" sldId="2147483648"/>
              <pc:sldLayoutMk cId="4044110134" sldId="2147483656"/>
              <ac:spMk id="3" creationId="{AF69B8FF-0DB6-3B59-928A-913DC69C9AC5}"/>
            </ac:spMkLst>
          </pc:spChg>
          <pc:spChg chg="mod">
            <ac:chgData name="Tina Korshøj" userId="fc9c1787-86ff-4527-a6cb-a23af2ce0cfe" providerId="ADAL" clId="{12CD37EC-F126-58A4-9D73-FCCAAE6DBE25}" dt="2025-11-11T13:59:38.923" v="49" actId="962"/>
            <ac:spMkLst>
              <pc:docMk/>
              <pc:sldMasterMk cId="3365805559" sldId="2147483648"/>
              <pc:sldLayoutMk cId="4044110134" sldId="2147483656"/>
              <ac:spMk id="4" creationId="{86A24F90-873E-9FE4-94DC-6100C32E576D}"/>
            </ac:spMkLst>
          </pc:spChg>
          <pc:spChg chg="mod">
            <ac:chgData name="Tina Korshøj" userId="fc9c1787-86ff-4527-a6cb-a23af2ce0cfe" providerId="ADAL" clId="{12CD37EC-F126-58A4-9D73-FCCAAE6DBE25}" dt="2025-11-11T13:59:44.456" v="50" actId="962"/>
            <ac:spMkLst>
              <pc:docMk/>
              <pc:sldMasterMk cId="3365805559" sldId="2147483648"/>
              <pc:sldLayoutMk cId="4044110134" sldId="2147483656"/>
              <ac:spMk id="5" creationId="{645AE15E-2F64-2787-1BE8-727F55928559}"/>
            </ac:spMkLst>
          </pc:spChg>
          <pc:spChg chg="mod">
            <ac:chgData name="Tina Korshøj" userId="fc9c1787-86ff-4527-a6cb-a23af2ce0cfe" providerId="ADAL" clId="{12CD37EC-F126-58A4-9D73-FCCAAE6DBE25}" dt="2025-11-11T13:59:47.253" v="51" actId="962"/>
            <ac:spMkLst>
              <pc:docMk/>
              <pc:sldMasterMk cId="3365805559" sldId="2147483648"/>
              <pc:sldLayoutMk cId="4044110134" sldId="2147483656"/>
              <ac:spMk id="6" creationId="{848FAA35-BA30-421F-42AC-CE66A51B45D9}"/>
            </ac:spMkLst>
          </pc:spChg>
          <pc:spChg chg="mod">
            <ac:chgData name="Tina Korshøj" userId="fc9c1787-86ff-4527-a6cb-a23af2ce0cfe" providerId="ADAL" clId="{12CD37EC-F126-58A4-9D73-FCCAAE6DBE25}" dt="2025-11-11T13:59:50.273" v="52" actId="962"/>
            <ac:spMkLst>
              <pc:docMk/>
              <pc:sldMasterMk cId="3365805559" sldId="2147483648"/>
              <pc:sldLayoutMk cId="4044110134" sldId="2147483656"/>
              <ac:spMk id="7" creationId="{2663DAF6-2B5D-B299-7377-58A1117104B9}"/>
            </ac:spMkLst>
          </pc:spChg>
          <pc:spChg chg="mod">
            <ac:chgData name="Tina Korshøj" userId="fc9c1787-86ff-4527-a6cb-a23af2ce0cfe" providerId="ADAL" clId="{12CD37EC-F126-58A4-9D73-FCCAAE6DBE25}" dt="2025-11-11T13:59:24.044" v="46" actId="962"/>
            <ac:spMkLst>
              <pc:docMk/>
              <pc:sldMasterMk cId="3365805559" sldId="2147483648"/>
              <pc:sldLayoutMk cId="4044110134" sldId="2147483656"/>
              <ac:spMk id="12" creationId="{A1C6BF1B-99D8-B50E-57EF-A8C6FBF6C318}"/>
            </ac:spMkLst>
          </pc:spChg>
          <pc:spChg chg="mod">
            <ac:chgData name="Tina Korshøj" userId="fc9c1787-86ff-4527-a6cb-a23af2ce0cfe" providerId="ADAL" clId="{12CD37EC-F126-58A4-9D73-FCCAAE6DBE25}" dt="2025-11-11T14:01:05.892" v="53" actId="962"/>
            <ac:spMkLst>
              <pc:docMk/>
              <pc:sldMasterMk cId="3365805559" sldId="2147483648"/>
              <pc:sldLayoutMk cId="4044110134" sldId="2147483656"/>
              <ac:spMk id="13" creationId="{555E0D52-4EBA-D06B-7478-C5D08ADE5680}"/>
            </ac:spMkLst>
          </pc:spChg>
          <pc:spChg chg="mod">
            <ac:chgData name="Tina Korshøj" userId="fc9c1787-86ff-4527-a6cb-a23af2ce0cfe" providerId="ADAL" clId="{12CD37EC-F126-58A4-9D73-FCCAAE6DBE25}" dt="2025-11-11T13:59:20.851" v="45" actId="962"/>
            <ac:spMkLst>
              <pc:docMk/>
              <pc:sldMasterMk cId="3365805559" sldId="2147483648"/>
              <pc:sldLayoutMk cId="4044110134" sldId="2147483656"/>
              <ac:spMk id="22" creationId="{5E8163AB-3EDA-B614-FF12-090BEB5A28D8}"/>
            </ac:spMkLst>
          </pc:spChg>
          <pc:spChg chg="mod">
            <ac:chgData name="Tina Korshøj" userId="fc9c1787-86ff-4527-a6cb-a23af2ce0cfe" providerId="ADAL" clId="{12CD37EC-F126-58A4-9D73-FCCAAE6DBE25}" dt="2025-11-11T13:59:14.610" v="44" actId="962"/>
            <ac:spMkLst>
              <pc:docMk/>
              <pc:sldMasterMk cId="3365805559" sldId="2147483648"/>
              <pc:sldLayoutMk cId="4044110134" sldId="2147483656"/>
              <ac:spMk id="23" creationId="{64508BA0-7053-180F-1ABC-76AD2F7E1BFA}"/>
            </ac:spMkLst>
          </pc:spChg>
          <pc:spChg chg="mod">
            <ac:chgData name="Tina Korshøj" userId="fc9c1787-86ff-4527-a6cb-a23af2ce0cfe" providerId="ADAL" clId="{12CD37EC-F126-58A4-9D73-FCCAAE6DBE25}" dt="2025-11-11T13:59:08.880" v="43" actId="962"/>
            <ac:spMkLst>
              <pc:docMk/>
              <pc:sldMasterMk cId="3365805559" sldId="2147483648"/>
              <pc:sldLayoutMk cId="4044110134" sldId="2147483656"/>
              <ac:spMk id="24" creationId="{733513DB-98E2-9C17-738C-1A1CEEE4E1AE}"/>
            </ac:spMkLst>
          </pc:spChg>
          <pc:spChg chg="mod">
            <ac:chgData name="Tina Korshøj" userId="fc9c1787-86ff-4527-a6cb-a23af2ce0cfe" providerId="ADAL" clId="{12CD37EC-F126-58A4-9D73-FCCAAE6DBE25}" dt="2025-11-11T13:59:03.554" v="42" actId="962"/>
            <ac:spMkLst>
              <pc:docMk/>
              <pc:sldMasterMk cId="3365805559" sldId="2147483648"/>
              <pc:sldLayoutMk cId="4044110134" sldId="2147483656"/>
              <ac:spMk id="25" creationId="{F31280FD-7A1B-C85D-7C3F-46F97215AA5A}"/>
            </ac:spMkLst>
          </pc:spChg>
        </pc:sldLayoutChg>
        <pc:sldLayoutChg chg="addSp delSp modSp">
          <pc:chgData name="Tina Korshøj" userId="fc9c1787-86ff-4527-a6cb-a23af2ce0cfe" providerId="ADAL" clId="{12CD37EC-F126-58A4-9D73-FCCAAE6DBE25}" dt="2025-11-11T16:23:36.836" v="374" actId="962"/>
          <pc:sldLayoutMkLst>
            <pc:docMk/>
            <pc:sldMasterMk cId="3365805559" sldId="2147483648"/>
            <pc:sldLayoutMk cId="1087787301" sldId="2147483657"/>
          </pc:sldLayoutMkLst>
          <pc:spChg chg="add del">
            <ac:chgData name="Tina Korshøj" userId="fc9c1787-86ff-4527-a6cb-a23af2ce0cfe" providerId="ADAL" clId="{12CD37EC-F126-58A4-9D73-FCCAAE6DBE25}" dt="2025-11-11T16:22:58.428" v="373" actId="11529"/>
            <ac:spMkLst>
              <pc:docMk/>
              <pc:sldMasterMk cId="3365805559" sldId="2147483648"/>
              <pc:sldLayoutMk cId="1087787301" sldId="2147483657"/>
              <ac:spMk id="2" creationId="{7A3C733A-15C0-0058-AEDF-4F7D07113311}"/>
            </ac:spMkLst>
          </pc:spChg>
          <pc:spChg chg="add mod">
            <ac:chgData name="Tina Korshøj" userId="fc9c1787-86ff-4527-a6cb-a23af2ce0cfe" providerId="ADAL" clId="{12CD37EC-F126-58A4-9D73-FCCAAE6DBE25}" dt="2025-11-11T16:23:36.836" v="374" actId="962"/>
            <ac:spMkLst>
              <pc:docMk/>
              <pc:sldMasterMk cId="3365805559" sldId="2147483648"/>
              <pc:sldLayoutMk cId="1087787301" sldId="2147483657"/>
              <ac:spMk id="3" creationId="{386F4288-9549-71EC-7EB8-388F742C6633}"/>
            </ac:spMkLst>
          </pc:spChg>
          <pc:spChg chg="mod">
            <ac:chgData name="Tina Korshøj" userId="fc9c1787-86ff-4527-a6cb-a23af2ce0cfe" providerId="ADAL" clId="{12CD37EC-F126-58A4-9D73-FCCAAE6DBE25}" dt="2025-11-11T14:06:14.669" v="102" actId="962"/>
            <ac:spMkLst>
              <pc:docMk/>
              <pc:sldMasterMk cId="3365805559" sldId="2147483648"/>
              <pc:sldLayoutMk cId="1087787301" sldId="2147483657"/>
              <ac:spMk id="8" creationId="{FDFEE6C3-D65F-4F19-E064-7EE29398FF31}"/>
            </ac:spMkLst>
          </pc:spChg>
        </pc:sldLayoutChg>
        <pc:sldLayoutChg chg="addSp delSp modSp mod">
          <pc:chgData name="Tina Korshøj" userId="fc9c1787-86ff-4527-a6cb-a23af2ce0cfe" providerId="ADAL" clId="{12CD37EC-F126-58A4-9D73-FCCAAE6DBE25}" dt="2025-11-11T13:56:05.712" v="41"/>
          <pc:sldLayoutMkLst>
            <pc:docMk/>
            <pc:sldMasterMk cId="3365805559" sldId="2147483648"/>
            <pc:sldLayoutMk cId="3827358518" sldId="2147483658"/>
          </pc:sldLayoutMkLst>
          <pc:spChg chg="add del mod">
            <ac:chgData name="Tina Korshøj" userId="fc9c1787-86ff-4527-a6cb-a23af2ce0cfe" providerId="ADAL" clId="{12CD37EC-F126-58A4-9D73-FCCAAE6DBE25}" dt="2025-11-11T13:56:05.712" v="41"/>
            <ac:spMkLst>
              <pc:docMk/>
              <pc:sldMasterMk cId="3365805559" sldId="2147483648"/>
              <pc:sldLayoutMk cId="3827358518" sldId="2147483658"/>
              <ac:spMk id="2" creationId="{CEA62F8E-A730-FA29-4605-057CAF8DA7C1}"/>
            </ac:spMkLst>
          </pc:spChg>
          <pc:spChg chg="mod">
            <ac:chgData name="Tina Korshøj" userId="fc9c1787-86ff-4527-a6cb-a23af2ce0cfe" providerId="ADAL" clId="{12CD37EC-F126-58A4-9D73-FCCAAE6DBE25}" dt="2025-11-11T13:55:53.249" v="38" actId="5793"/>
            <ac:spMkLst>
              <pc:docMk/>
              <pc:sldMasterMk cId="3365805559" sldId="2147483648"/>
              <pc:sldLayoutMk cId="3827358518" sldId="2147483658"/>
              <ac:spMk id="41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9413FE-2651-AB45-B54F-A3FC48DA1E58}" type="datetimeFigureOut">
              <a:rPr lang="da-DK" smtClean="0"/>
              <a:t>11.11.2025</a:t>
            </a:fld>
            <a:endParaRPr lang="da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E91B2B-EF91-584D-A06A-C4DAFC2120B2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79357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nder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ndering1">
            <a:extLst>
              <a:ext uri="{FF2B5EF4-FFF2-40B4-BE49-F238E27FC236}">
                <a16:creationId xmlns:a16="http://schemas.microsoft.com/office/drawing/2014/main" id="{A1C6BF1B-99D8-B50E-57EF-A8C6FBF6C31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98976" y="1124560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" name="Rendering2">
            <a:extLst>
              <a:ext uri="{FF2B5EF4-FFF2-40B4-BE49-F238E27FC236}">
                <a16:creationId xmlns:a16="http://schemas.microsoft.com/office/drawing/2014/main" id="{CE86F331-E2F9-D7F6-E722-A1EEEB63ACC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3257038" y="1124558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3" name="Rendering3">
            <a:extLst>
              <a:ext uri="{FF2B5EF4-FFF2-40B4-BE49-F238E27FC236}">
                <a16:creationId xmlns:a16="http://schemas.microsoft.com/office/drawing/2014/main" id="{AF69B8FF-0DB6-3B59-928A-913DC69C9AC5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6215100" y="1124558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4" name="Rendering4">
            <a:extLst>
              <a:ext uri="{FF2B5EF4-FFF2-40B4-BE49-F238E27FC236}">
                <a16:creationId xmlns:a16="http://schemas.microsoft.com/office/drawing/2014/main" id="{86A24F90-873E-9FE4-94DC-6100C32E576D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9173162" y="1124558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5" name="Rendering5">
            <a:extLst>
              <a:ext uri="{FF2B5EF4-FFF2-40B4-BE49-F238E27FC236}">
                <a16:creationId xmlns:a16="http://schemas.microsoft.com/office/drawing/2014/main" id="{645AE15E-2F64-2787-1BE8-727F55928559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298976" y="2842964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6" name="Rendering6">
            <a:extLst>
              <a:ext uri="{FF2B5EF4-FFF2-40B4-BE49-F238E27FC236}">
                <a16:creationId xmlns:a16="http://schemas.microsoft.com/office/drawing/2014/main" id="{848FAA35-BA30-421F-42AC-CE66A51B45D9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3257038" y="2842962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7" name="Rendering7">
            <a:extLst>
              <a:ext uri="{FF2B5EF4-FFF2-40B4-BE49-F238E27FC236}">
                <a16:creationId xmlns:a16="http://schemas.microsoft.com/office/drawing/2014/main" id="{2663DAF6-2B5D-B299-7377-58A1117104B9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15100" y="2842962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13" name="Rendering8">
            <a:extLst>
              <a:ext uri="{FF2B5EF4-FFF2-40B4-BE49-F238E27FC236}">
                <a16:creationId xmlns:a16="http://schemas.microsoft.com/office/drawing/2014/main" id="{555E0D52-4EBA-D06B-7478-C5D08ADE5680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9173162" y="2842962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2" name="Rendering9">
            <a:extLst>
              <a:ext uri="{FF2B5EF4-FFF2-40B4-BE49-F238E27FC236}">
                <a16:creationId xmlns:a16="http://schemas.microsoft.com/office/drawing/2014/main" id="{5E8163AB-3EDA-B614-FF12-090BEB5A28D8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298976" y="4561368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3" name="Rendering10">
            <a:extLst>
              <a:ext uri="{FF2B5EF4-FFF2-40B4-BE49-F238E27FC236}">
                <a16:creationId xmlns:a16="http://schemas.microsoft.com/office/drawing/2014/main" id="{64508BA0-7053-180F-1ABC-76AD2F7E1BFA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3257038" y="4561366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4" name="Rendering11">
            <a:extLst>
              <a:ext uri="{FF2B5EF4-FFF2-40B4-BE49-F238E27FC236}">
                <a16:creationId xmlns:a16="http://schemas.microsoft.com/office/drawing/2014/main" id="{733513DB-98E2-9C17-738C-1A1CEEE4E1AE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6215100" y="4561366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25" name="Rendering12">
            <a:extLst>
              <a:ext uri="{FF2B5EF4-FFF2-40B4-BE49-F238E27FC236}">
                <a16:creationId xmlns:a16="http://schemas.microsoft.com/office/drawing/2014/main" id="{F31280FD-7A1B-C85D-7C3F-46F97215AA5A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9173162" y="4561366"/>
            <a:ext cx="2734084" cy="1573671"/>
          </a:xfrm>
        </p:spPr>
        <p:txBody>
          <a:bodyPr/>
          <a:lstStyle/>
          <a:p>
            <a:endParaRPr lang="da-DK"/>
          </a:p>
        </p:txBody>
      </p: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F2BA0C38-D265-1EB9-6990-ADC2FA0C4EDC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298450" y="252167"/>
            <a:ext cx="7705725" cy="389900"/>
          </a:xfrm>
        </p:spPr>
        <p:txBody>
          <a:bodyPr/>
          <a:lstStyle>
            <a:lvl1pPr>
              <a:buNone/>
              <a:defRPr sz="1800">
                <a:latin typeface="Euclid Flex" panose="020B0500030000000000" pitchFamily="34" charset="77"/>
              </a:defRPr>
            </a:lvl1pPr>
            <a:lvl2pPr>
              <a:defRPr sz="1800">
                <a:latin typeface="Euclid Flex" panose="020B0500030000000000" pitchFamily="34" charset="77"/>
              </a:defRPr>
            </a:lvl2pPr>
            <a:lvl3pPr>
              <a:defRPr sz="1800">
                <a:latin typeface="Euclid Flex" panose="020B0500030000000000" pitchFamily="34" charset="77"/>
              </a:defRPr>
            </a:lvl3pPr>
            <a:lvl4pPr>
              <a:defRPr sz="1800">
                <a:latin typeface="Euclid Flex" panose="020B0500030000000000" pitchFamily="34" charset="77"/>
              </a:defRPr>
            </a:lvl4pPr>
            <a:lvl5pPr>
              <a:defRPr sz="1800">
                <a:latin typeface="Euclid Flex" panose="020B0500030000000000" pitchFamily="34" charset="77"/>
              </a:defRPr>
            </a:lvl5pPr>
          </a:lstStyle>
          <a:p>
            <a:pPr lvl="0"/>
            <a:endParaRPr lang="da-DK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50E747-12C5-D7B3-7EFA-AD61AB16E39B}"/>
              </a:ext>
            </a:extLst>
          </p:cNvPr>
          <p:cNvSpPr txBox="1"/>
          <p:nvPr userDrawn="1"/>
        </p:nvSpPr>
        <p:spPr>
          <a:xfrm>
            <a:off x="298450" y="672048"/>
            <a:ext cx="3344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400" dirty="0">
                <a:latin typeface="Euclid Flex" panose="020B0500030000000000" pitchFamily="34" charset="77"/>
              </a:rPr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4044110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t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roductPackshot1">
            <a:extLst>
              <a:ext uri="{FF2B5EF4-FFF2-40B4-BE49-F238E27FC236}">
                <a16:creationId xmlns:a16="http://schemas.microsoft.com/office/drawing/2014/main" id="{D7739F1F-1375-A7AC-4978-60208A803D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34114" y="1081295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9" name="ProductPackshot2">
            <a:extLst>
              <a:ext uri="{FF2B5EF4-FFF2-40B4-BE49-F238E27FC236}">
                <a16:creationId xmlns:a16="http://schemas.microsoft.com/office/drawing/2014/main" id="{5ED1B38D-9F3C-7B17-3B9C-AD3E3BE0104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720639" y="1081295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0" name="ProductPackshot3">
            <a:extLst>
              <a:ext uri="{FF2B5EF4-FFF2-40B4-BE49-F238E27FC236}">
                <a16:creationId xmlns:a16="http://schemas.microsoft.com/office/drawing/2014/main" id="{6DEC5D53-A46F-D1AE-1190-F598AC7B620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207164" y="1081295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1" name="ProductPackshot4">
            <a:extLst>
              <a:ext uri="{FF2B5EF4-FFF2-40B4-BE49-F238E27FC236}">
                <a16:creationId xmlns:a16="http://schemas.microsoft.com/office/drawing/2014/main" id="{3FBDFC4B-298D-5A91-8E0C-FE2119BAD63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693689" y="1081295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4" name="ProductPackshot5">
            <a:extLst>
              <a:ext uri="{FF2B5EF4-FFF2-40B4-BE49-F238E27FC236}">
                <a16:creationId xmlns:a16="http://schemas.microsoft.com/office/drawing/2014/main" id="{C4ECFDCB-145C-72F9-7D30-3A3A59003D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34114" y="2984421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5" name="ProductPackshot6">
            <a:extLst>
              <a:ext uri="{FF2B5EF4-FFF2-40B4-BE49-F238E27FC236}">
                <a16:creationId xmlns:a16="http://schemas.microsoft.com/office/drawing/2014/main" id="{EBC6AACF-33A3-970F-5C1D-A6B61754078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720639" y="2984421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6" name="ProductPackshot7">
            <a:extLst>
              <a:ext uri="{FF2B5EF4-FFF2-40B4-BE49-F238E27FC236}">
                <a16:creationId xmlns:a16="http://schemas.microsoft.com/office/drawing/2014/main" id="{9B4B450A-4416-295B-C574-97AF4B1E503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207164" y="2984421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17" name="ProductPackshot8">
            <a:extLst>
              <a:ext uri="{FF2B5EF4-FFF2-40B4-BE49-F238E27FC236}">
                <a16:creationId xmlns:a16="http://schemas.microsoft.com/office/drawing/2014/main" id="{39516A90-0B52-4208-352A-FB236F77D68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693689" y="2984421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38" name="PRODUCT DESCRIPTION 12">
            <a:extLst>
              <a:ext uri="{FF2B5EF4-FFF2-40B4-BE49-F238E27FC236}">
                <a16:creationId xmlns:a16="http://schemas.microsoft.com/office/drawing/2014/main" id="{8E456BDB-A817-FCE7-764E-52D716AEF7B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691093" y="6286602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21" name="ProductPackshot12">
            <a:extLst>
              <a:ext uri="{FF2B5EF4-FFF2-40B4-BE49-F238E27FC236}">
                <a16:creationId xmlns:a16="http://schemas.microsoft.com/office/drawing/2014/main" id="{57341C95-B6DC-73BE-DF59-FC98EEE3128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0693689" y="4887547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37" name="PRODUCT DESCRIPTION 11">
            <a:extLst>
              <a:ext uri="{FF2B5EF4-FFF2-40B4-BE49-F238E27FC236}">
                <a16:creationId xmlns:a16="http://schemas.microsoft.com/office/drawing/2014/main" id="{BB6D6269-0299-2CA2-3C7A-E6DAE149670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205217" y="6286602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r>
              <a:rPr lang="da-DK" dirty="0"/>
              <a:t>PRODUCT DESCRIPTION 12</a:t>
            </a:r>
          </a:p>
        </p:txBody>
      </p:sp>
      <p:sp>
        <p:nvSpPr>
          <p:cNvPr id="20" name="ProductPackshot11">
            <a:extLst>
              <a:ext uri="{FF2B5EF4-FFF2-40B4-BE49-F238E27FC236}">
                <a16:creationId xmlns:a16="http://schemas.microsoft.com/office/drawing/2014/main" id="{CD424CCA-A51D-E67D-5BB3-EDE762A0FCA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207164" y="4887547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28" name="PRODUCT DESCRIPTION 2">
            <a:extLst>
              <a:ext uri="{FF2B5EF4-FFF2-40B4-BE49-F238E27FC236}">
                <a16:creationId xmlns:a16="http://schemas.microsoft.com/office/drawing/2014/main" id="{CB7565EE-3FFC-C5D3-D3FC-36BAA210EAB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720639" y="2443448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29" name="PRODUCT DESCRIPTION 3">
            <a:extLst>
              <a:ext uri="{FF2B5EF4-FFF2-40B4-BE49-F238E27FC236}">
                <a16:creationId xmlns:a16="http://schemas.microsoft.com/office/drawing/2014/main" id="{E982C4E3-7800-F391-55D4-8814046C2DF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206515" y="2443448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1" name="PRODUCT DESCRIPTION 5">
            <a:extLst>
              <a:ext uri="{FF2B5EF4-FFF2-40B4-BE49-F238E27FC236}">
                <a16:creationId xmlns:a16="http://schemas.microsoft.com/office/drawing/2014/main" id="{329C47DA-9B37-F483-8F7F-B7E9910442B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234114" y="4365025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2" name="PRODUCT DESCRIPTION 6">
            <a:extLst>
              <a:ext uri="{FF2B5EF4-FFF2-40B4-BE49-F238E27FC236}">
                <a16:creationId xmlns:a16="http://schemas.microsoft.com/office/drawing/2014/main" id="{6FBC0EDC-9654-834F-D05D-3FB8D9D7088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719990" y="4365025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6" name="PRODUCT DESCRIPTION 10">
            <a:extLst>
              <a:ext uri="{FF2B5EF4-FFF2-40B4-BE49-F238E27FC236}">
                <a16:creationId xmlns:a16="http://schemas.microsoft.com/office/drawing/2014/main" id="{5DF4A071-F123-AB63-F039-E933134E676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719341" y="6286602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19" name="ProductPackshot10">
            <a:extLst>
              <a:ext uri="{FF2B5EF4-FFF2-40B4-BE49-F238E27FC236}">
                <a16:creationId xmlns:a16="http://schemas.microsoft.com/office/drawing/2014/main" id="{D6464BA6-28B1-506D-68A5-302CA1321183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720639" y="4887547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35" name="PRODUCT DESCRIPTION 9">
            <a:extLst>
              <a:ext uri="{FF2B5EF4-FFF2-40B4-BE49-F238E27FC236}">
                <a16:creationId xmlns:a16="http://schemas.microsoft.com/office/drawing/2014/main" id="{ADFFADB8-A281-71C0-EB97-79D1B6ACF8E3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233465" y="6286602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18" name="ProductPackshot9">
            <a:extLst>
              <a:ext uri="{FF2B5EF4-FFF2-40B4-BE49-F238E27FC236}">
                <a16:creationId xmlns:a16="http://schemas.microsoft.com/office/drawing/2014/main" id="{EA746E77-735E-B6A4-6378-CCABBC56BDE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234114" y="4887547"/>
            <a:ext cx="1243140" cy="1244444"/>
          </a:xfrm>
        </p:spPr>
        <p:txBody>
          <a:bodyPr/>
          <a:lstStyle/>
          <a:p>
            <a:endParaRPr lang="da-DK"/>
          </a:p>
        </p:txBody>
      </p:sp>
      <p:sp>
        <p:nvSpPr>
          <p:cNvPr id="34" name="PRODUCT DESCRIPTION 8">
            <a:extLst>
              <a:ext uri="{FF2B5EF4-FFF2-40B4-BE49-F238E27FC236}">
                <a16:creationId xmlns:a16="http://schemas.microsoft.com/office/drawing/2014/main" id="{C04E6777-B7D6-2B95-861E-19DCFEA9880B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0691742" y="4365025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3" name="PRODUCT DESCRIPTION 7">
            <a:extLst>
              <a:ext uri="{FF2B5EF4-FFF2-40B4-BE49-F238E27FC236}">
                <a16:creationId xmlns:a16="http://schemas.microsoft.com/office/drawing/2014/main" id="{055C292D-E0F5-D28C-3C64-4170CB7A557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205866" y="4365025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0" name="PRODUCT DESCRIPTION 4">
            <a:extLst>
              <a:ext uri="{FF2B5EF4-FFF2-40B4-BE49-F238E27FC236}">
                <a16:creationId xmlns:a16="http://schemas.microsoft.com/office/drawing/2014/main" id="{16B8FD2B-9445-BD8C-9A84-C2528646A62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0692391" y="2443448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27" name="PRODUCT DESCRIPTION 1">
            <a:extLst>
              <a:ext uri="{FF2B5EF4-FFF2-40B4-BE49-F238E27FC236}">
                <a16:creationId xmlns:a16="http://schemas.microsoft.com/office/drawing/2014/main" id="{1161B3CD-F71F-F3ED-55EB-ED991412CD0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34763" y="2443448"/>
            <a:ext cx="1243013" cy="404813"/>
          </a:xfrm>
        </p:spPr>
        <p:txBody>
          <a:bodyPr/>
          <a:lstStyle>
            <a:lvl1pPr>
              <a:buNone/>
              <a:defRPr sz="900">
                <a:latin typeface="Euclid Flex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44" name="Text Placeholder">
            <a:extLst>
              <a:ext uri="{FF2B5EF4-FFF2-40B4-BE49-F238E27FC236}">
                <a16:creationId xmlns:a16="http://schemas.microsoft.com/office/drawing/2014/main" id="{C0CF9D10-A2AA-5DF2-D8AD-44A8CEABA6FA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3576976" y="4888070"/>
            <a:ext cx="2413000" cy="1803346"/>
          </a:xfrm>
        </p:spPr>
        <p:txBody>
          <a:bodyPr/>
          <a:lstStyle>
            <a:lvl1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1pPr>
            <a:lvl2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2pPr>
            <a:lvl3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3pPr>
            <a:lvl4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4pPr>
            <a:lvl5pPr>
              <a:buFont typeface="System Font Regular"/>
              <a:buChar char="－"/>
              <a:defRPr sz="1000">
                <a:latin typeface="Euclid Flex" panose="020B0500030000000000" pitchFamily="34" charset="77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1" name="SETTINGNAME">
            <a:extLst>
              <a:ext uri="{FF2B5EF4-FFF2-40B4-BE49-F238E27FC236}">
                <a16:creationId xmlns:a16="http://schemas.microsoft.com/office/drawing/2014/main" id="{2205041E-506C-F9EC-0018-3B8F850FB9A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576590" y="4312298"/>
            <a:ext cx="2413491" cy="404813"/>
          </a:xfrm>
        </p:spPr>
        <p:txBody>
          <a:bodyPr/>
          <a:lstStyle>
            <a:lvl1pPr>
              <a:buNone/>
              <a:defRPr sz="1400" b="1">
                <a:latin typeface="Euclid Flex Bold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39" name="Linedrawing">
            <a:extLst>
              <a:ext uri="{FF2B5EF4-FFF2-40B4-BE49-F238E27FC236}">
                <a16:creationId xmlns:a16="http://schemas.microsoft.com/office/drawing/2014/main" id="{EF989D20-5B89-63D2-FB9B-A5D763788789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76853" y="4267030"/>
            <a:ext cx="2655600" cy="2424386"/>
          </a:xfrm>
        </p:spPr>
        <p:txBody>
          <a:bodyPr/>
          <a:lstStyle/>
          <a:p>
            <a:endParaRPr lang="da-DK"/>
          </a:p>
        </p:txBody>
      </p:sp>
      <p:sp>
        <p:nvSpPr>
          <p:cNvPr id="12" name="Rendering&#10;{{Rendering}}&#10;{{Rendering}}">
            <a:extLst>
              <a:ext uri="{FF2B5EF4-FFF2-40B4-BE49-F238E27FC236}">
                <a16:creationId xmlns:a16="http://schemas.microsoft.com/office/drawing/2014/main" id="{A1C6BF1B-99D8-B50E-57EF-A8C6FBF6C31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03709" y="1079590"/>
            <a:ext cx="5286372" cy="3042704"/>
          </a:xfrm>
        </p:spPr>
        <p:txBody>
          <a:bodyPr/>
          <a:lstStyle/>
          <a:p>
            <a:endParaRPr lang="da-DK"/>
          </a:p>
        </p:txBody>
      </p:sp>
      <p:sp>
        <p:nvSpPr>
          <p:cNvPr id="40" name="SETTINGNAME">
            <a:extLst>
              <a:ext uri="{FF2B5EF4-FFF2-40B4-BE49-F238E27FC236}">
                <a16:creationId xmlns:a16="http://schemas.microsoft.com/office/drawing/2014/main" id="{102DCF00-DE1F-44E8-289A-7E1EF2EAFE2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703709" y="679231"/>
            <a:ext cx="11257254" cy="255624"/>
          </a:xfrm>
        </p:spPr>
        <p:txBody>
          <a:bodyPr>
            <a:normAutofit/>
          </a:bodyPr>
          <a:lstStyle>
            <a:lvl1pPr>
              <a:buNone/>
              <a:defRPr sz="1400" b="0">
                <a:latin typeface="Euclid Flex Bold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A02ACBE-A482-8A15-A337-1651696AC6A7}"/>
              </a:ext>
            </a:extLst>
          </p:cNvPr>
          <p:cNvSpPr txBox="1"/>
          <p:nvPr userDrawn="1"/>
        </p:nvSpPr>
        <p:spPr>
          <a:xfrm>
            <a:off x="676852" y="237532"/>
            <a:ext cx="420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latin typeface="Euclid Flex Bold" panose="020B0500030000000000" pitchFamily="34" charset="77"/>
              </a:rPr>
              <a:t>SHOP THE LOOK</a:t>
            </a:r>
          </a:p>
        </p:txBody>
      </p:sp>
    </p:spTree>
    <p:extLst>
      <p:ext uri="{BB962C8B-B14F-4D97-AF65-F5344CB8AC3E}">
        <p14:creationId xmlns:p14="http://schemas.microsoft.com/office/powerpoint/2010/main" val="733244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List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1550E747-12C5-D7B3-7EFA-AD61AB16E39B}"/>
              </a:ext>
            </a:extLst>
          </p:cNvPr>
          <p:cNvSpPr txBox="1"/>
          <p:nvPr userDrawn="1"/>
        </p:nvSpPr>
        <p:spPr>
          <a:xfrm>
            <a:off x="583263" y="934855"/>
            <a:ext cx="33441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1400" dirty="0">
                <a:latin typeface="Euclid Flex" panose="020B0500030000000000" pitchFamily="34" charset="77"/>
              </a:rPr>
              <a:t>LIST OF PRODUCTS IN SETTING</a:t>
            </a:r>
          </a:p>
        </p:txBody>
      </p:sp>
      <p:sp>
        <p:nvSpPr>
          <p:cNvPr id="8" name="SETTINGNAME">
            <a:extLst>
              <a:ext uri="{FF2B5EF4-FFF2-40B4-BE49-F238E27FC236}">
                <a16:creationId xmlns:a16="http://schemas.microsoft.com/office/drawing/2014/main" id="{FDFEE6C3-D65F-4F19-E064-7EE29398FF3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76852" y="679231"/>
            <a:ext cx="11257254" cy="255624"/>
          </a:xfrm>
        </p:spPr>
        <p:txBody>
          <a:bodyPr>
            <a:normAutofit/>
          </a:bodyPr>
          <a:lstStyle>
            <a:lvl1pPr>
              <a:buNone/>
              <a:defRPr sz="1400" b="0">
                <a:latin typeface="Euclid Flex Bold" panose="020B0500030000000000" pitchFamily="34" charset="77"/>
              </a:defRPr>
            </a:lvl1pPr>
          </a:lstStyle>
          <a:p>
            <a:pPr lvl="0"/>
            <a:endParaRPr lang="da-DK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3FF46E-6BB2-ED4C-1D17-A5ABAED3EE9D}"/>
              </a:ext>
            </a:extLst>
          </p:cNvPr>
          <p:cNvSpPr txBox="1"/>
          <p:nvPr userDrawn="1"/>
        </p:nvSpPr>
        <p:spPr>
          <a:xfrm>
            <a:off x="676852" y="309899"/>
            <a:ext cx="4209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b="1" dirty="0">
                <a:latin typeface="Euclid Flex Bold" panose="020B0500030000000000" pitchFamily="34" charset="77"/>
              </a:rPr>
              <a:t>SHOP THE LOOK</a:t>
            </a:r>
          </a:p>
        </p:txBody>
      </p:sp>
      <p:sp>
        <p:nvSpPr>
          <p:cNvPr id="3" name="TableAnchor">
            <a:extLst>
              <a:ext uri="{FF2B5EF4-FFF2-40B4-BE49-F238E27FC236}">
                <a16:creationId xmlns:a16="http://schemas.microsoft.com/office/drawing/2014/main" id="{386F4288-9549-71EC-7EB8-388F742C6633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76275" y="1503363"/>
            <a:ext cx="9394825" cy="440372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87787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404ACB-9722-BA49-981A-AD7F5F93F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FE6205-5ADA-EB81-4009-11B6ECBF0F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51907-9842-80AF-3137-C9DA593FC9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23CD41-131C-0449-9E61-95CCBBCDE762}" type="datetimeFigureOut">
              <a:rPr lang="da-DK" smtClean="0"/>
              <a:t>11.11.2025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C7D0D1-2430-49FA-DAAF-04CCCBEC9B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EACFF5-1046-706A-2998-8C36C723B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DA2D80-5EF7-FD44-9B2B-1E2B0F3E9F3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65805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7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Euclid Flex" panose="020B0500030000000000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Euclid Flex" panose="020B0500030000000000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Euclid Flex" panose="020B0500030000000000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Euclid Flex" panose="020B0500030000000000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Euclid Flex" panose="020B0500030000000000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Euclid Flex" panose="020B0500030000000000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Aptos</vt:lpstr>
      <vt:lpstr>Arial</vt:lpstr>
      <vt:lpstr>Euclid Flex</vt:lpstr>
      <vt:lpstr>Euclid Flex Bold</vt:lpstr>
      <vt:lpstr>System Font Regular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Tina Korshøj</dc:creator>
  <cp:lastModifiedBy>Tina Korshøj</cp:lastModifiedBy>
  <cp:revision>1</cp:revision>
  <dcterms:created xsi:type="dcterms:W3CDTF">2025-11-10T16:43:52Z</dcterms:created>
  <dcterms:modified xsi:type="dcterms:W3CDTF">2025-11-11T17:04:29Z</dcterms:modified>
</cp:coreProperties>
</file>